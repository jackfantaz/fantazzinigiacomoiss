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5" r:id="rId4"/>
    <p:sldId id="266" r:id="rId5"/>
    <p:sldId id="263" r:id="rId6"/>
    <p:sldId id="267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90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367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9908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1771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840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060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91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171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606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0390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02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D5996-1787-4713-9AAF-D983FFC67929}" type="datetimeFigureOut">
              <a:rPr lang="it-IT" smtClean="0"/>
              <a:t>19/06/2021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873CD-1CAD-4CFF-A72D-DCAEA5B7B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408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arrotondato 6"/>
          <p:cNvSpPr/>
          <p:nvPr/>
        </p:nvSpPr>
        <p:spPr>
          <a:xfrm>
            <a:off x="5048046" y="4640593"/>
            <a:ext cx="3653990" cy="4715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Presence Sensor</a:t>
            </a:r>
          </a:p>
          <a:p>
            <a:pPr algn="ctr"/>
            <a:r>
              <a:rPr lang="it-IT" sz="1400" i="1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interface</a:t>
            </a:r>
            <a:endParaRPr lang="it-IT" sz="1400" i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2" name="Rettangolo arrotondato 21"/>
          <p:cNvSpPr/>
          <p:nvPr/>
        </p:nvSpPr>
        <p:spPr>
          <a:xfrm>
            <a:off x="5048046" y="4160387"/>
            <a:ext cx="161679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Presence Sonar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3" name="Rettangolo arrotondato 22"/>
          <p:cNvSpPr/>
          <p:nvPr/>
        </p:nvSpPr>
        <p:spPr>
          <a:xfrm>
            <a:off x="7085245" y="4163371"/>
            <a:ext cx="161679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Presence Weight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26" name="Connettore 2 25"/>
          <p:cNvCxnSpPr/>
          <p:nvPr/>
        </p:nvCxnSpPr>
        <p:spPr>
          <a:xfrm flipH="1" flipV="1">
            <a:off x="5850993" y="3700018"/>
            <a:ext cx="5448" cy="46036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/>
          <p:cNvCxnSpPr/>
          <p:nvPr/>
        </p:nvCxnSpPr>
        <p:spPr>
          <a:xfrm flipH="1" flipV="1">
            <a:off x="7888192" y="3700018"/>
            <a:ext cx="5448" cy="46036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tangolo arrotondato 52"/>
          <p:cNvSpPr/>
          <p:nvPr/>
        </p:nvSpPr>
        <p:spPr>
          <a:xfrm>
            <a:off x="3169947" y="3216867"/>
            <a:ext cx="3494890" cy="4715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Sonar</a:t>
            </a:r>
          </a:p>
          <a:p>
            <a:pPr algn="ctr"/>
            <a:r>
              <a:rPr lang="it-IT" sz="1400" i="1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interface</a:t>
            </a:r>
            <a:endParaRPr lang="it-IT" sz="1400" i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4" name="Rettangolo arrotondato 53"/>
          <p:cNvSpPr/>
          <p:nvPr/>
        </p:nvSpPr>
        <p:spPr>
          <a:xfrm>
            <a:off x="7097753" y="3211550"/>
            <a:ext cx="1924301" cy="4715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Weight Sensor</a:t>
            </a:r>
          </a:p>
          <a:p>
            <a:pPr algn="ctr"/>
            <a:r>
              <a:rPr lang="it-IT" sz="1400" i="1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interface</a:t>
            </a:r>
            <a:endParaRPr lang="it-IT" sz="1400" i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5" name="Rettangolo arrotondato 54"/>
          <p:cNvSpPr/>
          <p:nvPr/>
        </p:nvSpPr>
        <p:spPr>
          <a:xfrm>
            <a:off x="3169947" y="2736661"/>
            <a:ext cx="157503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Mock Sonar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6" name="Rettangolo arrotondato 55"/>
          <p:cNvSpPr/>
          <p:nvPr/>
        </p:nvSpPr>
        <p:spPr>
          <a:xfrm>
            <a:off x="5089806" y="2736661"/>
            <a:ext cx="157503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Sonar Driver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7" name="Rettangolo arrotondato 56"/>
          <p:cNvSpPr/>
          <p:nvPr/>
        </p:nvSpPr>
        <p:spPr>
          <a:xfrm>
            <a:off x="7097753" y="2731912"/>
            <a:ext cx="192430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Mock Weight Sensor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8" name="Rettangolo 57"/>
          <p:cNvSpPr/>
          <p:nvPr/>
        </p:nvSpPr>
        <p:spPr>
          <a:xfrm>
            <a:off x="5396638" y="2090643"/>
            <a:ext cx="892349" cy="4715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9" name="Ovale 58"/>
          <p:cNvSpPr/>
          <p:nvPr/>
        </p:nvSpPr>
        <p:spPr>
          <a:xfrm>
            <a:off x="5450835" y="2133671"/>
            <a:ext cx="370937" cy="38552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0" name="Ovale 59"/>
          <p:cNvSpPr/>
          <p:nvPr/>
        </p:nvSpPr>
        <p:spPr>
          <a:xfrm>
            <a:off x="5875969" y="2133671"/>
            <a:ext cx="370937" cy="38552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1" name="Rettangolo 60"/>
          <p:cNvSpPr/>
          <p:nvPr/>
        </p:nvSpPr>
        <p:spPr>
          <a:xfrm>
            <a:off x="3511287" y="1791504"/>
            <a:ext cx="892349" cy="770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 smtClean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GUI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2" name="Rettangolo 61"/>
          <p:cNvSpPr/>
          <p:nvPr/>
        </p:nvSpPr>
        <p:spPr>
          <a:xfrm>
            <a:off x="3511286" y="1791504"/>
            <a:ext cx="892349" cy="236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3" name="Rettangolo 62"/>
          <p:cNvSpPr/>
          <p:nvPr/>
        </p:nvSpPr>
        <p:spPr>
          <a:xfrm>
            <a:off x="4258578" y="1854661"/>
            <a:ext cx="96705" cy="1099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4" name="Rettangolo 63"/>
          <p:cNvSpPr/>
          <p:nvPr/>
        </p:nvSpPr>
        <p:spPr>
          <a:xfrm>
            <a:off x="7668982" y="1782878"/>
            <a:ext cx="892349" cy="770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 smtClean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GUI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5" name="Rettangolo 64"/>
          <p:cNvSpPr/>
          <p:nvPr/>
        </p:nvSpPr>
        <p:spPr>
          <a:xfrm>
            <a:off x="7668981" y="1782878"/>
            <a:ext cx="892349" cy="236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6" name="Rettangolo 65"/>
          <p:cNvSpPr/>
          <p:nvPr/>
        </p:nvSpPr>
        <p:spPr>
          <a:xfrm>
            <a:off x="8416273" y="1846035"/>
            <a:ext cx="96705" cy="1099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7" name="CasellaDiTesto 66"/>
          <p:cNvSpPr txBox="1"/>
          <p:nvPr/>
        </p:nvSpPr>
        <p:spPr>
          <a:xfrm>
            <a:off x="5212671" y="1745828"/>
            <a:ext cx="12602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latin typeface="Century Schoolbook" panose="02040604050505020304" pitchFamily="18" charset="0"/>
              </a:rPr>
              <a:t>Real device</a:t>
            </a:r>
          </a:p>
        </p:txBody>
      </p:sp>
    </p:spTree>
    <p:extLst>
      <p:ext uri="{BB962C8B-B14F-4D97-AF65-F5344CB8AC3E}">
        <p14:creationId xmlns:p14="http://schemas.microsoft.com/office/powerpoint/2010/main" val="921238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/>
          <p:cNvSpPr/>
          <p:nvPr/>
        </p:nvSpPr>
        <p:spPr>
          <a:xfrm>
            <a:off x="3737252" y="4002284"/>
            <a:ext cx="1857403" cy="14015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Thermometer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riangolo isoscele 4"/>
          <p:cNvSpPr/>
          <p:nvPr/>
        </p:nvSpPr>
        <p:spPr>
          <a:xfrm rot="16200000">
            <a:off x="4450884" y="3816879"/>
            <a:ext cx="430138" cy="370809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/>
        </p:nvSpPr>
        <p:spPr>
          <a:xfrm>
            <a:off x="3301618" y="4583535"/>
            <a:ext cx="714644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arrotondato 9"/>
          <p:cNvSpPr/>
          <p:nvPr/>
        </p:nvSpPr>
        <p:spPr>
          <a:xfrm>
            <a:off x="3737252" y="2881297"/>
            <a:ext cx="1853089" cy="4715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Thermometer</a:t>
            </a:r>
          </a:p>
          <a:p>
            <a:pPr algn="ctr"/>
            <a:r>
              <a:rPr lang="it-IT" sz="1400" i="1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interface</a:t>
            </a:r>
            <a:endParaRPr lang="it-IT" sz="1400" i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11" name="Connettore 2 10"/>
          <p:cNvCxnSpPr>
            <a:stCxn id="5" idx="5"/>
            <a:endCxn id="10" idx="2"/>
          </p:cNvCxnSpPr>
          <p:nvPr/>
        </p:nvCxnSpPr>
        <p:spPr>
          <a:xfrm flipH="1" flipV="1">
            <a:off x="4663797" y="3352877"/>
            <a:ext cx="2157" cy="5418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tangolo arrotondato 13"/>
          <p:cNvSpPr/>
          <p:nvPr/>
        </p:nvSpPr>
        <p:spPr>
          <a:xfrm>
            <a:off x="3737252" y="2400548"/>
            <a:ext cx="1853089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Mock Thermometer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7" name="Ovale 16"/>
          <p:cNvSpPr/>
          <p:nvPr/>
        </p:nvSpPr>
        <p:spPr>
          <a:xfrm>
            <a:off x="6769271" y="4002284"/>
            <a:ext cx="1857403" cy="14015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Fan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8" name="Triangolo isoscele 17"/>
          <p:cNvSpPr/>
          <p:nvPr/>
        </p:nvSpPr>
        <p:spPr>
          <a:xfrm rot="16200000">
            <a:off x="7482903" y="3816879"/>
            <a:ext cx="430138" cy="370809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/>
          <p:cNvSpPr/>
          <p:nvPr/>
        </p:nvSpPr>
        <p:spPr>
          <a:xfrm>
            <a:off x="6333637" y="4583535"/>
            <a:ext cx="714644" cy="339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arrotondato 19"/>
          <p:cNvSpPr/>
          <p:nvPr/>
        </p:nvSpPr>
        <p:spPr>
          <a:xfrm>
            <a:off x="6769271" y="2881297"/>
            <a:ext cx="1853089" cy="4715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Fan</a:t>
            </a:r>
          </a:p>
          <a:p>
            <a:pPr algn="ctr"/>
            <a:r>
              <a:rPr lang="it-IT" sz="1400" i="1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interface</a:t>
            </a:r>
            <a:endParaRPr lang="it-IT" sz="1400" i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21" name="Connettore 2 20"/>
          <p:cNvCxnSpPr>
            <a:stCxn id="18" idx="5"/>
            <a:endCxn id="20" idx="2"/>
          </p:cNvCxnSpPr>
          <p:nvPr/>
        </p:nvCxnSpPr>
        <p:spPr>
          <a:xfrm flipH="1" flipV="1">
            <a:off x="7695816" y="3352877"/>
            <a:ext cx="2157" cy="5418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arrotondato 22"/>
          <p:cNvSpPr/>
          <p:nvPr/>
        </p:nvSpPr>
        <p:spPr>
          <a:xfrm>
            <a:off x="6769271" y="2400548"/>
            <a:ext cx="1853089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Mock Fan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4" name="Rettangolo 23"/>
          <p:cNvSpPr/>
          <p:nvPr/>
        </p:nvSpPr>
        <p:spPr>
          <a:xfrm>
            <a:off x="4217623" y="1454196"/>
            <a:ext cx="892349" cy="770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 smtClean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GUI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5" name="Rettangolo 24"/>
          <p:cNvSpPr/>
          <p:nvPr/>
        </p:nvSpPr>
        <p:spPr>
          <a:xfrm>
            <a:off x="4217622" y="1454196"/>
            <a:ext cx="892349" cy="236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6" name="Rettangolo 25"/>
          <p:cNvSpPr/>
          <p:nvPr/>
        </p:nvSpPr>
        <p:spPr>
          <a:xfrm>
            <a:off x="4964914" y="1517353"/>
            <a:ext cx="96705" cy="1099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7" name="Rettangolo 26"/>
          <p:cNvSpPr/>
          <p:nvPr/>
        </p:nvSpPr>
        <p:spPr>
          <a:xfrm>
            <a:off x="7182234" y="1454196"/>
            <a:ext cx="892349" cy="770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 smtClean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GUI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8" name="Rettangolo 27"/>
          <p:cNvSpPr/>
          <p:nvPr/>
        </p:nvSpPr>
        <p:spPr>
          <a:xfrm>
            <a:off x="7182233" y="1454196"/>
            <a:ext cx="892349" cy="236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9" name="Rettangolo 28"/>
          <p:cNvSpPr/>
          <p:nvPr/>
        </p:nvSpPr>
        <p:spPr>
          <a:xfrm>
            <a:off x="7929525" y="1517353"/>
            <a:ext cx="96705" cy="1099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02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vale 80"/>
          <p:cNvSpPr/>
          <p:nvPr/>
        </p:nvSpPr>
        <p:spPr>
          <a:xfrm>
            <a:off x="2223628" y="4242720"/>
            <a:ext cx="1302611" cy="98289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Robot Driver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2" name="Triangolo isoscele 81"/>
          <p:cNvSpPr/>
          <p:nvPr/>
        </p:nvSpPr>
        <p:spPr>
          <a:xfrm rot="16200000">
            <a:off x="2724103" y="4121320"/>
            <a:ext cx="301659" cy="2600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Rettangolo 82"/>
          <p:cNvSpPr/>
          <p:nvPr/>
        </p:nvSpPr>
        <p:spPr>
          <a:xfrm>
            <a:off x="1900137" y="4616938"/>
            <a:ext cx="501185" cy="238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Ovale 83"/>
          <p:cNvSpPr/>
          <p:nvPr/>
        </p:nvSpPr>
        <p:spPr>
          <a:xfrm>
            <a:off x="4371007" y="4242720"/>
            <a:ext cx="1302611" cy="98289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Robot Proxy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5" name="Triangolo isoscele 84"/>
          <p:cNvSpPr/>
          <p:nvPr/>
        </p:nvSpPr>
        <p:spPr>
          <a:xfrm rot="16200000">
            <a:off x="4871482" y="4121320"/>
            <a:ext cx="301659" cy="260051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6" name="Ovale 85"/>
          <p:cNvSpPr/>
          <p:nvPr/>
        </p:nvSpPr>
        <p:spPr>
          <a:xfrm>
            <a:off x="2220389" y="1632384"/>
            <a:ext cx="1302611" cy="98289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Planner Util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87" name="Connettore 2 86"/>
          <p:cNvCxnSpPr/>
          <p:nvPr/>
        </p:nvCxnSpPr>
        <p:spPr>
          <a:xfrm flipH="1" flipV="1">
            <a:off x="2873853" y="3629746"/>
            <a:ext cx="2157" cy="5418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ttangolo arrotondato 87"/>
          <p:cNvSpPr/>
          <p:nvPr/>
        </p:nvSpPr>
        <p:spPr>
          <a:xfrm>
            <a:off x="2065457" y="3157761"/>
            <a:ext cx="161679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Directional Planner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89" name="Connettore 2 88"/>
          <p:cNvCxnSpPr/>
          <p:nvPr/>
        </p:nvCxnSpPr>
        <p:spPr>
          <a:xfrm flipH="1" flipV="1">
            <a:off x="2871695" y="2615484"/>
            <a:ext cx="2157" cy="5418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2 94"/>
          <p:cNvCxnSpPr/>
          <p:nvPr/>
        </p:nvCxnSpPr>
        <p:spPr>
          <a:xfrm>
            <a:off x="3526239" y="4647909"/>
            <a:ext cx="84476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ttore 2 95"/>
          <p:cNvCxnSpPr/>
          <p:nvPr/>
        </p:nvCxnSpPr>
        <p:spPr>
          <a:xfrm flipH="1">
            <a:off x="3523000" y="4820428"/>
            <a:ext cx="844768" cy="18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/>
          <p:cNvSpPr/>
          <p:nvPr/>
        </p:nvSpPr>
        <p:spPr>
          <a:xfrm>
            <a:off x="6841875" y="4242720"/>
            <a:ext cx="1302611" cy="98289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Basic Step Robot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8" name="Triangolo isoscele 97"/>
          <p:cNvSpPr/>
          <p:nvPr/>
        </p:nvSpPr>
        <p:spPr>
          <a:xfrm rot="16200000">
            <a:off x="7342350" y="4121320"/>
            <a:ext cx="301659" cy="2600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Rettangolo 98"/>
          <p:cNvSpPr/>
          <p:nvPr/>
        </p:nvSpPr>
        <p:spPr>
          <a:xfrm>
            <a:off x="6518384" y="4616938"/>
            <a:ext cx="501185" cy="238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0" name="Connettore 2 99"/>
          <p:cNvCxnSpPr/>
          <p:nvPr/>
        </p:nvCxnSpPr>
        <p:spPr>
          <a:xfrm>
            <a:off x="5673617" y="4647907"/>
            <a:ext cx="844768" cy="18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e 100"/>
          <p:cNvSpPr/>
          <p:nvPr/>
        </p:nvSpPr>
        <p:spPr>
          <a:xfrm>
            <a:off x="8989252" y="4242720"/>
            <a:ext cx="1302611" cy="98289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WEnv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02" name="Triangolo isoscele 101"/>
          <p:cNvSpPr/>
          <p:nvPr/>
        </p:nvSpPr>
        <p:spPr>
          <a:xfrm rot="16200000">
            <a:off x="9489727" y="4121320"/>
            <a:ext cx="301659" cy="260051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3" name="Connettore 2 102"/>
          <p:cNvCxnSpPr/>
          <p:nvPr/>
        </p:nvCxnSpPr>
        <p:spPr>
          <a:xfrm flipV="1">
            <a:off x="8144484" y="4634422"/>
            <a:ext cx="721852" cy="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riangolo isoscele 103"/>
          <p:cNvSpPr/>
          <p:nvPr/>
        </p:nvSpPr>
        <p:spPr>
          <a:xfrm rot="16200000" flipV="1">
            <a:off x="8856502" y="4572964"/>
            <a:ext cx="142583" cy="122916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5" name="Connettore 2 104"/>
          <p:cNvCxnSpPr/>
          <p:nvPr/>
        </p:nvCxnSpPr>
        <p:spPr>
          <a:xfrm flipV="1">
            <a:off x="8267400" y="4833910"/>
            <a:ext cx="721852" cy="2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riangolo isoscele 105"/>
          <p:cNvSpPr/>
          <p:nvPr/>
        </p:nvSpPr>
        <p:spPr>
          <a:xfrm rot="5400000" flipH="1" flipV="1">
            <a:off x="8167744" y="4772454"/>
            <a:ext cx="142583" cy="122916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5" name="Connettore 2 24"/>
          <p:cNvCxnSpPr/>
          <p:nvPr/>
        </p:nvCxnSpPr>
        <p:spPr>
          <a:xfrm flipH="1">
            <a:off x="5673615" y="4818605"/>
            <a:ext cx="844768" cy="18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068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/>
          <p:cNvSpPr/>
          <p:nvPr/>
        </p:nvSpPr>
        <p:spPr>
          <a:xfrm>
            <a:off x="6680131" y="3436921"/>
            <a:ext cx="1302611" cy="98289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Weight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riangolo isoscele 4"/>
          <p:cNvSpPr/>
          <p:nvPr/>
        </p:nvSpPr>
        <p:spPr>
          <a:xfrm rot="16200000">
            <a:off x="7180606" y="3315521"/>
            <a:ext cx="301659" cy="2600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/>
          <p:cNvSpPr/>
          <p:nvPr/>
        </p:nvSpPr>
        <p:spPr>
          <a:xfrm>
            <a:off x="6356640" y="3811139"/>
            <a:ext cx="501185" cy="238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/>
          <p:cNvCxnSpPr>
            <a:stCxn id="5" idx="5"/>
          </p:cNvCxnSpPr>
          <p:nvPr/>
        </p:nvCxnSpPr>
        <p:spPr>
          <a:xfrm flipH="1" flipV="1">
            <a:off x="7325988" y="2909763"/>
            <a:ext cx="5448" cy="46036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arrotondato 9"/>
          <p:cNvSpPr/>
          <p:nvPr/>
        </p:nvSpPr>
        <p:spPr>
          <a:xfrm>
            <a:off x="6517592" y="2438183"/>
            <a:ext cx="161679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Presence Weight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1" name="Ovale 10"/>
          <p:cNvSpPr/>
          <p:nvPr/>
        </p:nvSpPr>
        <p:spPr>
          <a:xfrm>
            <a:off x="4381109" y="3436921"/>
            <a:ext cx="1302611" cy="98289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Sonar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Actor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2" name="Triangolo isoscele 11"/>
          <p:cNvSpPr/>
          <p:nvPr/>
        </p:nvSpPr>
        <p:spPr>
          <a:xfrm rot="16200000">
            <a:off x="4881584" y="3315521"/>
            <a:ext cx="301659" cy="2600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/>
          <p:cNvSpPr/>
          <p:nvPr/>
        </p:nvSpPr>
        <p:spPr>
          <a:xfrm>
            <a:off x="4057618" y="3811139"/>
            <a:ext cx="501185" cy="238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2 14"/>
          <p:cNvCxnSpPr>
            <a:stCxn id="12" idx="5"/>
          </p:cNvCxnSpPr>
          <p:nvPr/>
        </p:nvCxnSpPr>
        <p:spPr>
          <a:xfrm flipH="1" flipV="1">
            <a:off x="5026966" y="2909763"/>
            <a:ext cx="5448" cy="46036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tangolo arrotondato 15"/>
          <p:cNvSpPr/>
          <p:nvPr/>
        </p:nvSpPr>
        <p:spPr>
          <a:xfrm>
            <a:off x="4218570" y="2438183"/>
            <a:ext cx="161679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Presence Sonar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9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ttore 4 15"/>
          <p:cNvCxnSpPr>
            <a:stCxn id="45" idx="2"/>
          </p:cNvCxnSpPr>
          <p:nvPr/>
        </p:nvCxnSpPr>
        <p:spPr>
          <a:xfrm rot="5400000" flipH="1">
            <a:off x="4878898" y="3029429"/>
            <a:ext cx="3538336" cy="711792"/>
          </a:xfrm>
          <a:prstGeom prst="bentConnector3">
            <a:avLst>
              <a:gd name="adj1" fmla="val -64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arrotondato 22"/>
          <p:cNvSpPr/>
          <p:nvPr/>
        </p:nvSpPr>
        <p:spPr>
          <a:xfrm>
            <a:off x="5503371" y="1302723"/>
            <a:ext cx="1244316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IDLE</a:t>
            </a:r>
          </a:p>
        </p:txBody>
      </p:sp>
      <p:sp>
        <p:nvSpPr>
          <p:cNvPr id="24" name="Rettangolo arrotondato 23"/>
          <p:cNvSpPr/>
          <p:nvPr/>
        </p:nvSpPr>
        <p:spPr>
          <a:xfrm>
            <a:off x="6366822" y="2186936"/>
            <a:ext cx="1275900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INDOOR</a:t>
            </a:r>
          </a:p>
        </p:txBody>
      </p:sp>
      <p:sp>
        <p:nvSpPr>
          <p:cNvPr id="25" name="Rettangolo arrotondato 24"/>
          <p:cNvSpPr/>
          <p:nvPr/>
        </p:nvSpPr>
        <p:spPr>
          <a:xfrm>
            <a:off x="4521448" y="2186936"/>
            <a:ext cx="1387624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UNPARKING</a:t>
            </a:r>
          </a:p>
        </p:txBody>
      </p:sp>
      <p:cxnSp>
        <p:nvCxnSpPr>
          <p:cNvPr id="26" name="Connettore 2 25"/>
          <p:cNvCxnSpPr/>
          <p:nvPr/>
        </p:nvCxnSpPr>
        <p:spPr>
          <a:xfrm>
            <a:off x="6566489" y="1591712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/>
          <p:nvPr/>
        </p:nvCxnSpPr>
        <p:spPr>
          <a:xfrm>
            <a:off x="5665432" y="1595613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/>
          <p:cNvSpPr txBox="1"/>
          <p:nvPr/>
        </p:nvSpPr>
        <p:spPr>
          <a:xfrm>
            <a:off x="6566489" y="1678386"/>
            <a:ext cx="2775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rgbClr val="00B050"/>
                </a:solidFill>
                <a:latin typeface="Century Schoolbook" panose="02040604050505020304" pitchFamily="18" charset="0"/>
              </a:rPr>
              <a:t>enter_request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goto_indoor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9" name="Rettangolo arrotondato 28"/>
          <p:cNvSpPr/>
          <p:nvPr/>
        </p:nvSpPr>
        <p:spPr>
          <a:xfrm>
            <a:off x="6366013" y="3081240"/>
            <a:ext cx="1275900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TAKE IN</a:t>
            </a:r>
          </a:p>
        </p:txBody>
      </p:sp>
      <p:cxnSp>
        <p:nvCxnSpPr>
          <p:cNvPr id="31" name="Connettore 2 30"/>
          <p:cNvCxnSpPr/>
          <p:nvPr/>
        </p:nvCxnSpPr>
        <p:spPr>
          <a:xfrm>
            <a:off x="7021877" y="2487454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/>
          <p:cNvSpPr txBox="1"/>
          <p:nvPr/>
        </p:nvSpPr>
        <p:spPr>
          <a:xfrm>
            <a:off x="7021876" y="2615803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pickup_car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4" name="Rettangolo arrotondato 33"/>
          <p:cNvSpPr/>
          <p:nvPr/>
        </p:nvSpPr>
        <p:spPr>
          <a:xfrm>
            <a:off x="6366012" y="3975544"/>
            <a:ext cx="1275900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PARKING</a:t>
            </a:r>
          </a:p>
        </p:txBody>
      </p:sp>
      <p:cxnSp>
        <p:nvCxnSpPr>
          <p:cNvPr id="35" name="Connettore 2 34"/>
          <p:cNvCxnSpPr/>
          <p:nvPr/>
        </p:nvCxnSpPr>
        <p:spPr>
          <a:xfrm>
            <a:off x="7021876" y="3381758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sellaDiTesto 35"/>
          <p:cNvSpPr txBox="1"/>
          <p:nvPr/>
        </p:nvSpPr>
        <p:spPr>
          <a:xfrm>
            <a:off x="7021875" y="3510107"/>
            <a:ext cx="20505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goto_parking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5" name="Rettangolo arrotondato 44"/>
          <p:cNvSpPr/>
          <p:nvPr/>
        </p:nvSpPr>
        <p:spPr>
          <a:xfrm>
            <a:off x="6366012" y="4859757"/>
            <a:ext cx="1275900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PARKED</a:t>
            </a:r>
          </a:p>
        </p:txBody>
      </p:sp>
      <p:cxnSp>
        <p:nvCxnSpPr>
          <p:cNvPr id="46" name="Connettore 2 45"/>
          <p:cNvCxnSpPr/>
          <p:nvPr/>
        </p:nvCxnSpPr>
        <p:spPr>
          <a:xfrm>
            <a:off x="7021876" y="4265971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/>
          <p:cNvSpPr txBox="1"/>
          <p:nvPr/>
        </p:nvSpPr>
        <p:spPr>
          <a:xfrm>
            <a:off x="7021875" y="4394320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putdown_car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0" name="CasellaDiTesto 49"/>
          <p:cNvSpPr txBox="1"/>
          <p:nvPr/>
        </p:nvSpPr>
        <p:spPr>
          <a:xfrm>
            <a:off x="7021875" y="5216724"/>
            <a:ext cx="1818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goto_home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9" name="Rettangolo arrotondato 58"/>
          <p:cNvSpPr/>
          <p:nvPr/>
        </p:nvSpPr>
        <p:spPr>
          <a:xfrm>
            <a:off x="4521448" y="3076931"/>
            <a:ext cx="1387624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TAKE OUT</a:t>
            </a:r>
          </a:p>
        </p:txBody>
      </p:sp>
      <p:cxnSp>
        <p:nvCxnSpPr>
          <p:cNvPr id="60" name="Connettore 2 59"/>
          <p:cNvCxnSpPr/>
          <p:nvPr/>
        </p:nvCxnSpPr>
        <p:spPr>
          <a:xfrm>
            <a:off x="5228372" y="2483145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sellaDiTesto 60"/>
          <p:cNvSpPr txBox="1"/>
          <p:nvPr/>
        </p:nvSpPr>
        <p:spPr>
          <a:xfrm>
            <a:off x="3331124" y="2610761"/>
            <a:ext cx="1845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pickup_car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2" name="CasellaDiTesto 61"/>
          <p:cNvSpPr txBox="1"/>
          <p:nvPr/>
        </p:nvSpPr>
        <p:spPr>
          <a:xfrm>
            <a:off x="2850393" y="1677685"/>
            <a:ext cx="2771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rgbClr val="00B050"/>
                </a:solidFill>
                <a:latin typeface="Century Schoolbook" panose="02040604050505020304" pitchFamily="18" charset="0"/>
              </a:rPr>
              <a:t>exit_request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goto_parking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4" name="Rettangolo arrotondato 63"/>
          <p:cNvSpPr/>
          <p:nvPr/>
        </p:nvSpPr>
        <p:spPr>
          <a:xfrm>
            <a:off x="4523051" y="3975544"/>
            <a:ext cx="1387624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OUTDOOR</a:t>
            </a:r>
          </a:p>
        </p:txBody>
      </p:sp>
      <p:cxnSp>
        <p:nvCxnSpPr>
          <p:cNvPr id="65" name="Connettore 2 64"/>
          <p:cNvCxnSpPr/>
          <p:nvPr/>
        </p:nvCxnSpPr>
        <p:spPr>
          <a:xfrm>
            <a:off x="5229975" y="3381758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sellaDiTesto 65"/>
          <p:cNvSpPr txBox="1"/>
          <p:nvPr/>
        </p:nvSpPr>
        <p:spPr>
          <a:xfrm>
            <a:off x="3222289" y="3509374"/>
            <a:ext cx="2028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goto_outdoor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7" name="Rettangolo arrotondato 66"/>
          <p:cNvSpPr/>
          <p:nvPr/>
        </p:nvSpPr>
        <p:spPr>
          <a:xfrm>
            <a:off x="4508990" y="4874157"/>
            <a:ext cx="1387624" cy="2947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LEAVING</a:t>
            </a:r>
          </a:p>
        </p:txBody>
      </p:sp>
      <p:cxnSp>
        <p:nvCxnSpPr>
          <p:cNvPr id="68" name="Connettore 2 67"/>
          <p:cNvCxnSpPr/>
          <p:nvPr/>
        </p:nvCxnSpPr>
        <p:spPr>
          <a:xfrm>
            <a:off x="5215914" y="4280371"/>
            <a:ext cx="1" cy="593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asellaDiTesto 68"/>
          <p:cNvSpPr txBox="1"/>
          <p:nvPr/>
        </p:nvSpPr>
        <p:spPr>
          <a:xfrm>
            <a:off x="3136541" y="4396910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putdown_car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70" name="Connettore 4 69"/>
          <p:cNvCxnSpPr>
            <a:stCxn id="67" idx="2"/>
          </p:cNvCxnSpPr>
          <p:nvPr/>
        </p:nvCxnSpPr>
        <p:spPr>
          <a:xfrm rot="5400000" flipH="1" flipV="1">
            <a:off x="3828739" y="2990218"/>
            <a:ext cx="3552738" cy="804612"/>
          </a:xfrm>
          <a:prstGeom prst="bentConnector3">
            <a:avLst>
              <a:gd name="adj1" fmla="val -643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/>
          <p:cNvSpPr txBox="1"/>
          <p:nvPr/>
        </p:nvSpPr>
        <p:spPr>
          <a:xfrm>
            <a:off x="3354550" y="5170064"/>
            <a:ext cx="1818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done</a:t>
            </a:r>
            <a:r>
              <a:rPr lang="it-IT" sz="1600" dirty="0" smtClean="0">
                <a:latin typeface="Century Schoolbook" panose="02040604050505020304" pitchFamily="18" charset="0"/>
              </a:rPr>
              <a:t> / </a:t>
            </a:r>
            <a:r>
              <a:rPr lang="it-IT" sz="16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goto_home</a:t>
            </a:r>
            <a:endParaRPr lang="it-IT" sz="16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27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arrotondato 3"/>
          <p:cNvSpPr/>
          <p:nvPr/>
        </p:nvSpPr>
        <p:spPr>
          <a:xfrm>
            <a:off x="3046401" y="303908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acceptIN</a:t>
            </a:r>
          </a:p>
        </p:txBody>
      </p:sp>
      <p:sp>
        <p:nvSpPr>
          <p:cNvPr id="5" name="Rettangolo arrotondato 4"/>
          <p:cNvSpPr/>
          <p:nvPr/>
        </p:nvSpPr>
        <p:spPr>
          <a:xfrm>
            <a:off x="3046399" y="378787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informIN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SLOTNUM</a:t>
            </a:r>
          </a:p>
        </p:txBody>
      </p:sp>
      <p:sp>
        <p:nvSpPr>
          <p:cNvPr id="15" name="Rettangolo arrotondato 14"/>
          <p:cNvSpPr/>
          <p:nvPr/>
        </p:nvSpPr>
        <p:spPr>
          <a:xfrm>
            <a:off x="3046401" y="453533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INDOOR</a:t>
            </a:r>
          </a:p>
        </p:txBody>
      </p:sp>
      <p:sp>
        <p:nvSpPr>
          <p:cNvPr id="16" name="Rettangolo arrotondato 15"/>
          <p:cNvSpPr/>
          <p:nvPr/>
        </p:nvSpPr>
        <p:spPr>
          <a:xfrm>
            <a:off x="3046401" y="528412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receipt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TOKENID</a:t>
            </a:r>
          </a:p>
        </p:txBody>
      </p:sp>
      <p:sp>
        <p:nvSpPr>
          <p:cNvPr id="17" name="Rettangolo arrotondato 16"/>
          <p:cNvSpPr/>
          <p:nvPr/>
        </p:nvSpPr>
        <p:spPr>
          <a:xfrm>
            <a:off x="3046401" y="6030259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moveToSlotIn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SLOT</a:t>
            </a:r>
          </a:p>
        </p:txBody>
      </p:sp>
      <p:sp>
        <p:nvSpPr>
          <p:cNvPr id="19" name="Rettangolo arrotondato 18"/>
          <p:cNvSpPr/>
          <p:nvPr/>
        </p:nvSpPr>
        <p:spPr>
          <a:xfrm>
            <a:off x="7981538" y="303908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acceptOUT</a:t>
            </a:r>
          </a:p>
        </p:txBody>
      </p:sp>
      <p:sp>
        <p:nvSpPr>
          <p:cNvPr id="21" name="Rettangolo arrotondato 20"/>
          <p:cNvSpPr/>
          <p:nvPr/>
        </p:nvSpPr>
        <p:spPr>
          <a:xfrm>
            <a:off x="5513968" y="5282797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moveToHome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 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HOME</a:t>
            </a:r>
          </a:p>
        </p:txBody>
      </p:sp>
      <p:sp>
        <p:nvSpPr>
          <p:cNvPr id="22" name="Rettangolo arrotondato 21"/>
          <p:cNvSpPr/>
          <p:nvPr/>
        </p:nvSpPr>
        <p:spPr>
          <a:xfrm>
            <a:off x="7981537" y="378787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findSlot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CARSLOTNUM</a:t>
            </a:r>
          </a:p>
        </p:txBody>
      </p:sp>
      <p:sp>
        <p:nvSpPr>
          <p:cNvPr id="23" name="Rettangolo arrotondato 22"/>
          <p:cNvSpPr/>
          <p:nvPr/>
        </p:nvSpPr>
        <p:spPr>
          <a:xfrm>
            <a:off x="7981537" y="4536661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moveToSlotOut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SLOT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5" name="Rettangolo arrotondato 24"/>
          <p:cNvSpPr/>
          <p:nvPr/>
        </p:nvSpPr>
        <p:spPr>
          <a:xfrm>
            <a:off x="7981536" y="5282797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moveToOut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OUTDOOR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6" name="Rettangolo arrotondato 25"/>
          <p:cNvSpPr/>
          <p:nvPr/>
        </p:nvSpPr>
        <p:spPr>
          <a:xfrm>
            <a:off x="10261418" y="842165"/>
            <a:ext cx="1652621" cy="37439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monitor</a:t>
            </a:r>
          </a:p>
        </p:txBody>
      </p:sp>
      <p:sp>
        <p:nvSpPr>
          <p:cNvPr id="27" name="Rettangolo arrotondato 26"/>
          <p:cNvSpPr/>
          <p:nvPr/>
        </p:nvSpPr>
        <p:spPr>
          <a:xfrm>
            <a:off x="10477720" y="1914350"/>
            <a:ext cx="1652621" cy="37439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manage</a:t>
            </a:r>
          </a:p>
        </p:txBody>
      </p:sp>
      <p:sp>
        <p:nvSpPr>
          <p:cNvPr id="64" name="Rettangolo arrotondato 63"/>
          <p:cNvSpPr/>
          <p:nvPr/>
        </p:nvSpPr>
        <p:spPr>
          <a:xfrm>
            <a:off x="5513967" y="228874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idle</a:t>
            </a:r>
          </a:p>
        </p:txBody>
      </p:sp>
      <p:cxnSp>
        <p:nvCxnSpPr>
          <p:cNvPr id="115" name="Connettore 4 114"/>
          <p:cNvCxnSpPr>
            <a:stCxn id="17" idx="3"/>
            <a:endCxn id="21" idx="2"/>
          </p:cNvCxnSpPr>
          <p:nvPr/>
        </p:nvCxnSpPr>
        <p:spPr>
          <a:xfrm flipV="1">
            <a:off x="4699022" y="5723228"/>
            <a:ext cx="1641257" cy="52724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4 117"/>
          <p:cNvCxnSpPr>
            <a:endCxn id="19" idx="1"/>
          </p:cNvCxnSpPr>
          <p:nvPr/>
        </p:nvCxnSpPr>
        <p:spPr>
          <a:xfrm rot="5400000" flipH="1" flipV="1">
            <a:off x="6360832" y="3662099"/>
            <a:ext cx="2023503" cy="121790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4 120"/>
          <p:cNvCxnSpPr>
            <a:endCxn id="4" idx="3"/>
          </p:cNvCxnSpPr>
          <p:nvPr/>
        </p:nvCxnSpPr>
        <p:spPr>
          <a:xfrm rot="16200000" flipV="1">
            <a:off x="4296228" y="3662095"/>
            <a:ext cx="2023498" cy="121791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ttore 4 126"/>
          <p:cNvCxnSpPr>
            <a:stCxn id="64" idx="3"/>
            <a:endCxn id="19" idx="0"/>
          </p:cNvCxnSpPr>
          <p:nvPr/>
        </p:nvCxnSpPr>
        <p:spPr>
          <a:xfrm>
            <a:off x="7166588" y="2508959"/>
            <a:ext cx="1641261" cy="5301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ttore 4 129"/>
          <p:cNvCxnSpPr>
            <a:stCxn id="64" idx="1"/>
            <a:endCxn id="4" idx="0"/>
          </p:cNvCxnSpPr>
          <p:nvPr/>
        </p:nvCxnSpPr>
        <p:spPr>
          <a:xfrm rot="10800000" flipV="1">
            <a:off x="3872713" y="2508959"/>
            <a:ext cx="1641255" cy="53012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ttore 4 132"/>
          <p:cNvCxnSpPr>
            <a:stCxn id="5" idx="3"/>
            <a:endCxn id="21" idx="1"/>
          </p:cNvCxnSpPr>
          <p:nvPr/>
        </p:nvCxnSpPr>
        <p:spPr>
          <a:xfrm>
            <a:off x="4699020" y="4008089"/>
            <a:ext cx="814948" cy="149492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ttore 2 135"/>
          <p:cNvCxnSpPr>
            <a:stCxn id="25" idx="1"/>
            <a:endCxn id="21" idx="3"/>
          </p:cNvCxnSpPr>
          <p:nvPr/>
        </p:nvCxnSpPr>
        <p:spPr>
          <a:xfrm flipH="1">
            <a:off x="7166589" y="5503013"/>
            <a:ext cx="8149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ttore 2 136"/>
          <p:cNvCxnSpPr>
            <a:stCxn id="19" idx="2"/>
            <a:endCxn id="22" idx="0"/>
          </p:cNvCxnSpPr>
          <p:nvPr/>
        </p:nvCxnSpPr>
        <p:spPr>
          <a:xfrm flipH="1">
            <a:off x="8807848" y="3479516"/>
            <a:ext cx="1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2 139"/>
          <p:cNvCxnSpPr>
            <a:stCxn id="22" idx="2"/>
            <a:endCxn id="23" idx="0"/>
          </p:cNvCxnSpPr>
          <p:nvPr/>
        </p:nvCxnSpPr>
        <p:spPr>
          <a:xfrm>
            <a:off x="8807848" y="4228304"/>
            <a:ext cx="0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2 142"/>
          <p:cNvCxnSpPr>
            <a:stCxn id="23" idx="2"/>
            <a:endCxn id="25" idx="0"/>
          </p:cNvCxnSpPr>
          <p:nvPr/>
        </p:nvCxnSpPr>
        <p:spPr>
          <a:xfrm flipH="1">
            <a:off x="8807847" y="4977092"/>
            <a:ext cx="1" cy="305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2 145"/>
          <p:cNvCxnSpPr>
            <a:stCxn id="4" idx="2"/>
            <a:endCxn id="5" idx="0"/>
          </p:cNvCxnSpPr>
          <p:nvPr/>
        </p:nvCxnSpPr>
        <p:spPr>
          <a:xfrm flipH="1">
            <a:off x="3872710" y="3479516"/>
            <a:ext cx="2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/>
          <p:cNvCxnSpPr>
            <a:stCxn id="5" idx="2"/>
            <a:endCxn id="15" idx="0"/>
          </p:cNvCxnSpPr>
          <p:nvPr/>
        </p:nvCxnSpPr>
        <p:spPr>
          <a:xfrm>
            <a:off x="3872710" y="4228304"/>
            <a:ext cx="2" cy="307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51"/>
          <p:cNvCxnSpPr>
            <a:stCxn id="15" idx="2"/>
            <a:endCxn id="16" idx="0"/>
          </p:cNvCxnSpPr>
          <p:nvPr/>
        </p:nvCxnSpPr>
        <p:spPr>
          <a:xfrm>
            <a:off x="3872712" y="4975766"/>
            <a:ext cx="0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ttore 2 154"/>
          <p:cNvCxnSpPr>
            <a:stCxn id="16" idx="2"/>
            <a:endCxn id="17" idx="0"/>
          </p:cNvCxnSpPr>
          <p:nvPr/>
        </p:nvCxnSpPr>
        <p:spPr>
          <a:xfrm>
            <a:off x="3872712" y="5724554"/>
            <a:ext cx="0" cy="305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ttore 2 159"/>
          <p:cNvCxnSpPr>
            <a:stCxn id="21" idx="0"/>
            <a:endCxn id="64" idx="2"/>
          </p:cNvCxnSpPr>
          <p:nvPr/>
        </p:nvCxnSpPr>
        <p:spPr>
          <a:xfrm flipH="1" flipV="1">
            <a:off x="6340278" y="2729174"/>
            <a:ext cx="1" cy="2553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/>
          <p:cNvSpPr txBox="1"/>
          <p:nvPr/>
        </p:nvSpPr>
        <p:spPr>
          <a:xfrm>
            <a:off x="2524264" y="4220151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SLOTNUM&gt;0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4639364" y="3696105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SLOTNUM=0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9" name="CasellaDiTesto 38"/>
          <p:cNvSpPr txBox="1"/>
          <p:nvPr/>
        </p:nvSpPr>
        <p:spPr>
          <a:xfrm>
            <a:off x="3764766" y="1765171"/>
            <a:ext cx="17491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enter request</a:t>
            </a:r>
          </a:p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 available</a:t>
            </a:r>
          </a:p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INDOOR-area free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7166583" y="1989191"/>
            <a:ext cx="2345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exit request w/ TOKENID</a:t>
            </a:r>
          </a:p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OUTDOOR-area free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5513965" y="147259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notify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send notice</a:t>
            </a:r>
          </a:p>
        </p:txBody>
      </p:sp>
      <p:sp>
        <p:nvSpPr>
          <p:cNvPr id="74" name="CasellaDiTesto 73"/>
          <p:cNvSpPr txBox="1"/>
          <p:nvPr/>
        </p:nvSpPr>
        <p:spPr>
          <a:xfrm>
            <a:off x="5707222" y="194699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else</a:t>
            </a:r>
          </a:p>
        </p:txBody>
      </p:sp>
      <p:cxnSp>
        <p:nvCxnSpPr>
          <p:cNvPr id="75" name="Connettore 2 74"/>
          <p:cNvCxnSpPr/>
          <p:nvPr/>
        </p:nvCxnSpPr>
        <p:spPr>
          <a:xfrm flipH="1" flipV="1">
            <a:off x="6210886" y="1913024"/>
            <a:ext cx="2" cy="3757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2 79"/>
          <p:cNvCxnSpPr/>
          <p:nvPr/>
        </p:nvCxnSpPr>
        <p:spPr>
          <a:xfrm>
            <a:off x="6469666" y="1913024"/>
            <a:ext cx="2" cy="3757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sellaDiTesto 82"/>
          <p:cNvSpPr txBox="1"/>
          <p:nvPr/>
        </p:nvSpPr>
        <p:spPr>
          <a:xfrm>
            <a:off x="6469666" y="1946995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ε</a:t>
            </a:r>
            <a:endParaRPr lang="it-IT" sz="1400" dirty="0" smtClean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4" name="CasellaDiTesto 83"/>
          <p:cNvSpPr txBox="1"/>
          <p:nvPr/>
        </p:nvSpPr>
        <p:spPr>
          <a:xfrm>
            <a:off x="2779593" y="4983173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6" name="CasellaDiTesto 85"/>
          <p:cNvSpPr txBox="1"/>
          <p:nvPr/>
        </p:nvSpPr>
        <p:spPr>
          <a:xfrm>
            <a:off x="2779593" y="5717727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7" name="CasellaDiTesto 86"/>
          <p:cNvSpPr txBox="1"/>
          <p:nvPr/>
        </p:nvSpPr>
        <p:spPr>
          <a:xfrm>
            <a:off x="4693340" y="5937701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8" name="CasellaDiTesto 87"/>
          <p:cNvSpPr txBox="1"/>
          <p:nvPr/>
        </p:nvSpPr>
        <p:spPr>
          <a:xfrm>
            <a:off x="8828235" y="4232797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ε</a:t>
            </a:r>
            <a:endParaRPr lang="it-IT" sz="1400" dirty="0" smtClean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5" name="CasellaDiTesto 94"/>
          <p:cNvSpPr txBox="1"/>
          <p:nvPr/>
        </p:nvSpPr>
        <p:spPr>
          <a:xfrm>
            <a:off x="8828235" y="4983172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6" name="CasellaDiTesto 95"/>
          <p:cNvSpPr txBox="1"/>
          <p:nvPr/>
        </p:nvSpPr>
        <p:spPr>
          <a:xfrm>
            <a:off x="7178363" y="5679447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88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Connettore 4 55"/>
          <p:cNvCxnSpPr/>
          <p:nvPr/>
        </p:nvCxnSpPr>
        <p:spPr>
          <a:xfrm rot="10800000">
            <a:off x="6367683" y="2822073"/>
            <a:ext cx="1810597" cy="224413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ttore 4 132"/>
          <p:cNvCxnSpPr/>
          <p:nvPr/>
        </p:nvCxnSpPr>
        <p:spPr>
          <a:xfrm flipV="1">
            <a:off x="3735784" y="2822072"/>
            <a:ext cx="1810599" cy="74921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arrotondato 3"/>
          <p:cNvSpPr/>
          <p:nvPr/>
        </p:nvSpPr>
        <p:spPr>
          <a:xfrm>
            <a:off x="2498048" y="2390606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acceptIN</a:t>
            </a:r>
          </a:p>
        </p:txBody>
      </p:sp>
      <p:sp>
        <p:nvSpPr>
          <p:cNvPr id="5" name="Rettangolo arrotondato 4"/>
          <p:cNvSpPr/>
          <p:nvPr/>
        </p:nvSpPr>
        <p:spPr>
          <a:xfrm>
            <a:off x="2498046" y="3351069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informIN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SLOTNUM</a:t>
            </a:r>
          </a:p>
        </p:txBody>
      </p:sp>
      <p:sp>
        <p:nvSpPr>
          <p:cNvPr id="15" name="Rettangolo arrotondato 14"/>
          <p:cNvSpPr/>
          <p:nvPr/>
        </p:nvSpPr>
        <p:spPr>
          <a:xfrm>
            <a:off x="2498048" y="4098531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INDOOR</a:t>
            </a:r>
          </a:p>
        </p:txBody>
      </p:sp>
      <p:sp>
        <p:nvSpPr>
          <p:cNvPr id="16" name="Rettangolo arrotondato 15"/>
          <p:cNvSpPr/>
          <p:nvPr/>
        </p:nvSpPr>
        <p:spPr>
          <a:xfrm>
            <a:off x="2498048" y="4847319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receipt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TOKENID</a:t>
            </a:r>
          </a:p>
        </p:txBody>
      </p:sp>
      <p:sp>
        <p:nvSpPr>
          <p:cNvPr id="17" name="Rettangolo arrotondato 16"/>
          <p:cNvSpPr/>
          <p:nvPr/>
        </p:nvSpPr>
        <p:spPr>
          <a:xfrm>
            <a:off x="2498048" y="559345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moveToSlotIn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SLOT</a:t>
            </a:r>
          </a:p>
        </p:txBody>
      </p:sp>
      <p:sp>
        <p:nvSpPr>
          <p:cNvPr id="19" name="Rettangolo arrotondato 18"/>
          <p:cNvSpPr/>
          <p:nvPr/>
        </p:nvSpPr>
        <p:spPr>
          <a:xfrm>
            <a:off x="7771865" y="2390606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acceptOUT</a:t>
            </a:r>
          </a:p>
        </p:txBody>
      </p:sp>
      <p:sp>
        <p:nvSpPr>
          <p:cNvPr id="21" name="Rettangolo arrotondato 20"/>
          <p:cNvSpPr/>
          <p:nvPr/>
        </p:nvSpPr>
        <p:spPr>
          <a:xfrm>
            <a:off x="5134955" y="2381641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moveToHome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 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HOME</a:t>
            </a:r>
          </a:p>
        </p:txBody>
      </p:sp>
      <p:sp>
        <p:nvSpPr>
          <p:cNvPr id="22" name="Rettangolo arrotondato 21"/>
          <p:cNvSpPr/>
          <p:nvPr/>
        </p:nvSpPr>
        <p:spPr>
          <a:xfrm>
            <a:off x="7771864" y="3351069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findSlot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CARSLOTNUM</a:t>
            </a:r>
          </a:p>
        </p:txBody>
      </p:sp>
      <p:sp>
        <p:nvSpPr>
          <p:cNvPr id="23" name="Rettangolo arrotondato 22"/>
          <p:cNvSpPr/>
          <p:nvPr/>
        </p:nvSpPr>
        <p:spPr>
          <a:xfrm>
            <a:off x="7771864" y="4099857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moveToSlotOut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SLOT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5" name="Rettangolo arrotondato 24"/>
          <p:cNvSpPr/>
          <p:nvPr/>
        </p:nvSpPr>
        <p:spPr>
          <a:xfrm>
            <a:off x="7771863" y="484599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moveToOut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OUTDOOR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115" name="Connettore 4 114"/>
          <p:cNvCxnSpPr>
            <a:stCxn id="17" idx="3"/>
            <a:endCxn id="21" idx="2"/>
          </p:cNvCxnSpPr>
          <p:nvPr/>
        </p:nvCxnSpPr>
        <p:spPr>
          <a:xfrm flipV="1">
            <a:off x="4150669" y="2822072"/>
            <a:ext cx="1810597" cy="299159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ttore 2 136"/>
          <p:cNvCxnSpPr>
            <a:stCxn id="19" idx="2"/>
            <a:endCxn id="22" idx="0"/>
          </p:cNvCxnSpPr>
          <p:nvPr/>
        </p:nvCxnSpPr>
        <p:spPr>
          <a:xfrm flipH="1">
            <a:off x="8598175" y="2831037"/>
            <a:ext cx="1" cy="520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2 139"/>
          <p:cNvCxnSpPr>
            <a:stCxn id="22" idx="2"/>
            <a:endCxn id="23" idx="0"/>
          </p:cNvCxnSpPr>
          <p:nvPr/>
        </p:nvCxnSpPr>
        <p:spPr>
          <a:xfrm>
            <a:off x="8598175" y="3791500"/>
            <a:ext cx="0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2 142"/>
          <p:cNvCxnSpPr>
            <a:stCxn id="23" idx="2"/>
            <a:endCxn id="25" idx="0"/>
          </p:cNvCxnSpPr>
          <p:nvPr/>
        </p:nvCxnSpPr>
        <p:spPr>
          <a:xfrm flipH="1">
            <a:off x="8598174" y="4540288"/>
            <a:ext cx="1" cy="305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2 145"/>
          <p:cNvCxnSpPr>
            <a:stCxn id="4" idx="2"/>
            <a:endCxn id="5" idx="0"/>
          </p:cNvCxnSpPr>
          <p:nvPr/>
        </p:nvCxnSpPr>
        <p:spPr>
          <a:xfrm flipH="1">
            <a:off x="3324357" y="2831037"/>
            <a:ext cx="2" cy="520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/>
          <p:cNvCxnSpPr>
            <a:stCxn id="5" idx="2"/>
            <a:endCxn id="15" idx="0"/>
          </p:cNvCxnSpPr>
          <p:nvPr/>
        </p:nvCxnSpPr>
        <p:spPr>
          <a:xfrm>
            <a:off x="3324357" y="3791500"/>
            <a:ext cx="2" cy="307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51"/>
          <p:cNvCxnSpPr>
            <a:stCxn id="15" idx="2"/>
            <a:endCxn id="16" idx="0"/>
          </p:cNvCxnSpPr>
          <p:nvPr/>
        </p:nvCxnSpPr>
        <p:spPr>
          <a:xfrm>
            <a:off x="3324359" y="4538962"/>
            <a:ext cx="0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ttore 2 154"/>
          <p:cNvCxnSpPr>
            <a:stCxn id="16" idx="2"/>
            <a:endCxn id="17" idx="0"/>
          </p:cNvCxnSpPr>
          <p:nvPr/>
        </p:nvCxnSpPr>
        <p:spPr>
          <a:xfrm>
            <a:off x="3324359" y="5287750"/>
            <a:ext cx="0" cy="305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/>
          <p:cNvSpPr txBox="1"/>
          <p:nvPr/>
        </p:nvSpPr>
        <p:spPr>
          <a:xfrm>
            <a:off x="1975911" y="3783347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SLOTNUM&gt;0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4148563" y="3262503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SLOTNUM=0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9" name="CasellaDiTesto 38"/>
          <p:cNvSpPr txBox="1"/>
          <p:nvPr/>
        </p:nvSpPr>
        <p:spPr>
          <a:xfrm>
            <a:off x="1552667" y="2832025"/>
            <a:ext cx="1749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 available</a:t>
            </a:r>
          </a:p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INDOOR-area free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6162958" y="2060294"/>
            <a:ext cx="2345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exit request w/ TOKENID</a:t>
            </a:r>
          </a:p>
        </p:txBody>
      </p:sp>
      <p:sp>
        <p:nvSpPr>
          <p:cNvPr id="58" name="Rettangolo arrotondato 57"/>
          <p:cNvSpPr/>
          <p:nvPr/>
        </p:nvSpPr>
        <p:spPr>
          <a:xfrm>
            <a:off x="5134952" y="824114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notify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send notice</a:t>
            </a:r>
          </a:p>
        </p:txBody>
      </p:sp>
      <p:sp>
        <p:nvSpPr>
          <p:cNvPr id="74" name="CasellaDiTesto 73"/>
          <p:cNvSpPr txBox="1"/>
          <p:nvPr/>
        </p:nvSpPr>
        <p:spPr>
          <a:xfrm>
            <a:off x="5387057" y="148476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else</a:t>
            </a:r>
          </a:p>
        </p:txBody>
      </p:sp>
      <p:cxnSp>
        <p:nvCxnSpPr>
          <p:cNvPr id="75" name="Connettore 2 74"/>
          <p:cNvCxnSpPr/>
          <p:nvPr/>
        </p:nvCxnSpPr>
        <p:spPr>
          <a:xfrm flipV="1">
            <a:off x="5831873" y="1264546"/>
            <a:ext cx="0" cy="11170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ttore 2 79"/>
          <p:cNvCxnSpPr/>
          <p:nvPr/>
        </p:nvCxnSpPr>
        <p:spPr>
          <a:xfrm>
            <a:off x="6090653" y="1264545"/>
            <a:ext cx="0" cy="1117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sellaDiTesto 82"/>
          <p:cNvSpPr txBox="1"/>
          <p:nvPr/>
        </p:nvSpPr>
        <p:spPr>
          <a:xfrm>
            <a:off x="6115583" y="1461420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ε</a:t>
            </a:r>
            <a:endParaRPr lang="it-IT" sz="1400" dirty="0" smtClean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4" name="CasellaDiTesto 83"/>
          <p:cNvSpPr txBox="1"/>
          <p:nvPr/>
        </p:nvSpPr>
        <p:spPr>
          <a:xfrm>
            <a:off x="2231240" y="4546369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6" name="CasellaDiTesto 85"/>
          <p:cNvSpPr txBox="1"/>
          <p:nvPr/>
        </p:nvSpPr>
        <p:spPr>
          <a:xfrm>
            <a:off x="2231240" y="5280923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7" name="CasellaDiTesto 86"/>
          <p:cNvSpPr txBox="1"/>
          <p:nvPr/>
        </p:nvSpPr>
        <p:spPr>
          <a:xfrm>
            <a:off x="4314327" y="5289222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8" name="CasellaDiTesto 87"/>
          <p:cNvSpPr txBox="1"/>
          <p:nvPr/>
        </p:nvSpPr>
        <p:spPr>
          <a:xfrm>
            <a:off x="8618562" y="3795993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ε</a:t>
            </a:r>
            <a:endParaRPr lang="it-IT" sz="1400" dirty="0" smtClean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5" name="CasellaDiTesto 94"/>
          <p:cNvSpPr txBox="1"/>
          <p:nvPr/>
        </p:nvSpPr>
        <p:spPr>
          <a:xfrm>
            <a:off x="8618562" y="4546368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6" name="CasellaDiTesto 95"/>
          <p:cNvSpPr txBox="1"/>
          <p:nvPr/>
        </p:nvSpPr>
        <p:spPr>
          <a:xfrm>
            <a:off x="6696974" y="4742351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4" name="CasellaDiTesto 53"/>
          <p:cNvSpPr txBox="1"/>
          <p:nvPr/>
        </p:nvSpPr>
        <p:spPr>
          <a:xfrm>
            <a:off x="3989620" y="2055242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enter request</a:t>
            </a:r>
          </a:p>
        </p:txBody>
      </p:sp>
      <p:sp>
        <p:nvSpPr>
          <p:cNvPr id="55" name="CasellaDiTesto 54"/>
          <p:cNvSpPr txBox="1"/>
          <p:nvPr/>
        </p:nvSpPr>
        <p:spPr>
          <a:xfrm>
            <a:off x="8704189" y="2931529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OUTDOOR-area free</a:t>
            </a:r>
          </a:p>
        </p:txBody>
      </p:sp>
      <p:cxnSp>
        <p:nvCxnSpPr>
          <p:cNvPr id="68" name="Connettore 2 67"/>
          <p:cNvCxnSpPr/>
          <p:nvPr/>
        </p:nvCxnSpPr>
        <p:spPr>
          <a:xfrm flipH="1">
            <a:off x="4150669" y="2474852"/>
            <a:ext cx="984286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2 71"/>
          <p:cNvCxnSpPr/>
          <p:nvPr/>
        </p:nvCxnSpPr>
        <p:spPr>
          <a:xfrm flipV="1">
            <a:off x="4150669" y="2728862"/>
            <a:ext cx="984286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sellaDiTesto 75"/>
          <p:cNvSpPr txBox="1"/>
          <p:nvPr/>
        </p:nvSpPr>
        <p:spPr>
          <a:xfrm>
            <a:off x="4133730" y="271025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else</a:t>
            </a:r>
          </a:p>
        </p:txBody>
      </p:sp>
      <p:cxnSp>
        <p:nvCxnSpPr>
          <p:cNvPr id="77" name="Connettore 2 76"/>
          <p:cNvCxnSpPr/>
          <p:nvPr/>
        </p:nvCxnSpPr>
        <p:spPr>
          <a:xfrm flipH="1" flipV="1">
            <a:off x="6787576" y="2728862"/>
            <a:ext cx="984289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2 80"/>
          <p:cNvCxnSpPr/>
          <p:nvPr/>
        </p:nvCxnSpPr>
        <p:spPr>
          <a:xfrm>
            <a:off x="6787576" y="2474852"/>
            <a:ext cx="984289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sellaDiTesto 84"/>
          <p:cNvSpPr txBox="1"/>
          <p:nvPr/>
        </p:nvSpPr>
        <p:spPr>
          <a:xfrm>
            <a:off x="7266040" y="272739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else</a:t>
            </a:r>
          </a:p>
        </p:txBody>
      </p:sp>
    </p:spTree>
    <p:extLst>
      <p:ext uri="{BB962C8B-B14F-4D97-AF65-F5344CB8AC3E}">
        <p14:creationId xmlns:p14="http://schemas.microsoft.com/office/powerpoint/2010/main" val="412753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Connettore 4 55"/>
          <p:cNvCxnSpPr/>
          <p:nvPr/>
        </p:nvCxnSpPr>
        <p:spPr>
          <a:xfrm rot="10800000">
            <a:off x="6367683" y="2206509"/>
            <a:ext cx="1810597" cy="224413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ttore 4 132"/>
          <p:cNvCxnSpPr/>
          <p:nvPr/>
        </p:nvCxnSpPr>
        <p:spPr>
          <a:xfrm flipV="1">
            <a:off x="3735784" y="2206508"/>
            <a:ext cx="1810599" cy="74921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arrotondato 3"/>
          <p:cNvSpPr/>
          <p:nvPr/>
        </p:nvSpPr>
        <p:spPr>
          <a:xfrm>
            <a:off x="2498048" y="1775042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acceptIN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send 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notice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Rettangolo arrotondato 4"/>
          <p:cNvSpPr/>
          <p:nvPr/>
        </p:nvSpPr>
        <p:spPr>
          <a:xfrm>
            <a:off x="2498046" y="273550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informIN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SLOTNUM</a:t>
            </a:r>
          </a:p>
        </p:txBody>
      </p:sp>
      <p:sp>
        <p:nvSpPr>
          <p:cNvPr id="15" name="Rettangolo arrotondato 14"/>
          <p:cNvSpPr/>
          <p:nvPr/>
        </p:nvSpPr>
        <p:spPr>
          <a:xfrm>
            <a:off x="2498048" y="3482967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INDOOR</a:t>
            </a:r>
          </a:p>
        </p:txBody>
      </p:sp>
      <p:sp>
        <p:nvSpPr>
          <p:cNvPr id="16" name="Rettangolo arrotondato 15"/>
          <p:cNvSpPr/>
          <p:nvPr/>
        </p:nvSpPr>
        <p:spPr>
          <a:xfrm>
            <a:off x="2498048" y="423175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receipt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TOKENID</a:t>
            </a:r>
          </a:p>
        </p:txBody>
      </p:sp>
      <p:sp>
        <p:nvSpPr>
          <p:cNvPr id="17" name="Rettangolo arrotondato 16"/>
          <p:cNvSpPr/>
          <p:nvPr/>
        </p:nvSpPr>
        <p:spPr>
          <a:xfrm>
            <a:off x="2498048" y="4977891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moveToSlotIn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SLOT</a:t>
            </a:r>
          </a:p>
        </p:txBody>
      </p:sp>
      <p:sp>
        <p:nvSpPr>
          <p:cNvPr id="19" name="Rettangolo arrotondato 18"/>
          <p:cNvSpPr/>
          <p:nvPr/>
        </p:nvSpPr>
        <p:spPr>
          <a:xfrm>
            <a:off x="7771865" y="1775042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acceptOUT</a:t>
            </a:r>
          </a:p>
          <a:p>
            <a:pPr algn="ctr"/>
            <a:r>
              <a:rPr lang="it-IT" sz="1400" dirty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send 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notice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1" name="Rettangolo arrotondato 20"/>
          <p:cNvSpPr/>
          <p:nvPr/>
        </p:nvSpPr>
        <p:spPr>
          <a:xfrm>
            <a:off x="5134955" y="1766077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moveToHome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 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HOME</a:t>
            </a:r>
          </a:p>
        </p:txBody>
      </p:sp>
      <p:sp>
        <p:nvSpPr>
          <p:cNvPr id="22" name="Rettangolo arrotondato 21"/>
          <p:cNvSpPr/>
          <p:nvPr/>
        </p:nvSpPr>
        <p:spPr>
          <a:xfrm>
            <a:off x="7771864" y="2735505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findSlot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CARSLOTNUM</a:t>
            </a:r>
          </a:p>
        </p:txBody>
      </p:sp>
      <p:sp>
        <p:nvSpPr>
          <p:cNvPr id="23" name="Rettangolo arrotondato 22"/>
          <p:cNvSpPr/>
          <p:nvPr/>
        </p:nvSpPr>
        <p:spPr>
          <a:xfrm>
            <a:off x="7771864" y="3484293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moveToSlotOut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SLOT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25" name="Rettangolo arrotondato 24"/>
          <p:cNvSpPr/>
          <p:nvPr/>
        </p:nvSpPr>
        <p:spPr>
          <a:xfrm>
            <a:off x="7771863" y="4230429"/>
            <a:ext cx="1652621" cy="44043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moveToOut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/</a:t>
            </a:r>
            <a:r>
              <a:rPr lang="it-IT" sz="1400" dirty="0" smtClean="0">
                <a:solidFill>
                  <a:schemeClr val="accent2">
                    <a:lumMod val="75000"/>
                  </a:schemeClr>
                </a:solidFill>
                <a:latin typeface="Century Schoolbook" panose="02040604050505020304" pitchFamily="18" charset="0"/>
              </a:rPr>
              <a:t>goto OUTDOOR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115" name="Connettore 4 114"/>
          <p:cNvCxnSpPr>
            <a:stCxn id="17" idx="3"/>
            <a:endCxn id="21" idx="2"/>
          </p:cNvCxnSpPr>
          <p:nvPr/>
        </p:nvCxnSpPr>
        <p:spPr>
          <a:xfrm flipV="1">
            <a:off x="4150669" y="2206508"/>
            <a:ext cx="1810597" cy="299159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ttore 2 136"/>
          <p:cNvCxnSpPr>
            <a:stCxn id="19" idx="2"/>
            <a:endCxn id="22" idx="0"/>
          </p:cNvCxnSpPr>
          <p:nvPr/>
        </p:nvCxnSpPr>
        <p:spPr>
          <a:xfrm flipH="1">
            <a:off x="8598175" y="2215473"/>
            <a:ext cx="1" cy="520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ttore 2 139"/>
          <p:cNvCxnSpPr>
            <a:stCxn id="22" idx="2"/>
            <a:endCxn id="23" idx="0"/>
          </p:cNvCxnSpPr>
          <p:nvPr/>
        </p:nvCxnSpPr>
        <p:spPr>
          <a:xfrm>
            <a:off x="8598175" y="3175936"/>
            <a:ext cx="0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ttore 2 142"/>
          <p:cNvCxnSpPr>
            <a:stCxn id="23" idx="2"/>
            <a:endCxn id="25" idx="0"/>
          </p:cNvCxnSpPr>
          <p:nvPr/>
        </p:nvCxnSpPr>
        <p:spPr>
          <a:xfrm flipH="1">
            <a:off x="8598174" y="3924724"/>
            <a:ext cx="1" cy="305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2 145"/>
          <p:cNvCxnSpPr>
            <a:stCxn id="4" idx="2"/>
            <a:endCxn id="5" idx="0"/>
          </p:cNvCxnSpPr>
          <p:nvPr/>
        </p:nvCxnSpPr>
        <p:spPr>
          <a:xfrm flipH="1">
            <a:off x="3324357" y="2215473"/>
            <a:ext cx="2" cy="520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ttore 2 148"/>
          <p:cNvCxnSpPr>
            <a:stCxn id="5" idx="2"/>
            <a:endCxn id="15" idx="0"/>
          </p:cNvCxnSpPr>
          <p:nvPr/>
        </p:nvCxnSpPr>
        <p:spPr>
          <a:xfrm>
            <a:off x="3324357" y="3175936"/>
            <a:ext cx="2" cy="307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ttore 2 151"/>
          <p:cNvCxnSpPr>
            <a:stCxn id="15" idx="2"/>
            <a:endCxn id="16" idx="0"/>
          </p:cNvCxnSpPr>
          <p:nvPr/>
        </p:nvCxnSpPr>
        <p:spPr>
          <a:xfrm>
            <a:off x="3324359" y="3923398"/>
            <a:ext cx="0" cy="3083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ttore 2 154"/>
          <p:cNvCxnSpPr>
            <a:stCxn id="16" idx="2"/>
            <a:endCxn id="17" idx="0"/>
          </p:cNvCxnSpPr>
          <p:nvPr/>
        </p:nvCxnSpPr>
        <p:spPr>
          <a:xfrm>
            <a:off x="3324359" y="4672186"/>
            <a:ext cx="0" cy="305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/>
          <p:cNvSpPr txBox="1"/>
          <p:nvPr/>
        </p:nvSpPr>
        <p:spPr>
          <a:xfrm>
            <a:off x="1975911" y="3167783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SLOTNUM&gt;0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1" name="CasellaDiTesto 30"/>
          <p:cNvSpPr txBox="1"/>
          <p:nvPr/>
        </p:nvSpPr>
        <p:spPr>
          <a:xfrm>
            <a:off x="4148563" y="2646939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SLOTNUM=0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9" name="CasellaDiTesto 38"/>
          <p:cNvSpPr txBox="1"/>
          <p:nvPr/>
        </p:nvSpPr>
        <p:spPr>
          <a:xfrm>
            <a:off x="1552667" y="2216461"/>
            <a:ext cx="1749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slot available</a:t>
            </a:r>
          </a:p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INDOOR-area free</a:t>
            </a:r>
          </a:p>
        </p:txBody>
      </p:sp>
      <p:sp>
        <p:nvSpPr>
          <p:cNvPr id="40" name="CasellaDiTesto 39"/>
          <p:cNvSpPr txBox="1"/>
          <p:nvPr/>
        </p:nvSpPr>
        <p:spPr>
          <a:xfrm>
            <a:off x="6162958" y="1444730"/>
            <a:ext cx="2345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exit request w/ TOKENID</a:t>
            </a:r>
          </a:p>
        </p:txBody>
      </p:sp>
      <p:sp>
        <p:nvSpPr>
          <p:cNvPr id="84" name="CasellaDiTesto 83"/>
          <p:cNvSpPr txBox="1"/>
          <p:nvPr/>
        </p:nvSpPr>
        <p:spPr>
          <a:xfrm>
            <a:off x="2231240" y="3930805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6" name="CasellaDiTesto 85"/>
          <p:cNvSpPr txBox="1"/>
          <p:nvPr/>
        </p:nvSpPr>
        <p:spPr>
          <a:xfrm>
            <a:off x="2231240" y="4665359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7" name="CasellaDiTesto 86"/>
          <p:cNvSpPr txBox="1"/>
          <p:nvPr/>
        </p:nvSpPr>
        <p:spPr>
          <a:xfrm>
            <a:off x="4167608" y="4890329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8" name="CasellaDiTesto 87"/>
          <p:cNvSpPr txBox="1"/>
          <p:nvPr/>
        </p:nvSpPr>
        <p:spPr>
          <a:xfrm>
            <a:off x="8618562" y="3180429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ε</a:t>
            </a:r>
            <a:endParaRPr lang="it-IT" sz="1400" dirty="0" smtClean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5" name="CasellaDiTesto 94"/>
          <p:cNvSpPr txBox="1"/>
          <p:nvPr/>
        </p:nvSpPr>
        <p:spPr>
          <a:xfrm>
            <a:off x="8618562" y="3930804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6" name="CasellaDiTesto 95"/>
          <p:cNvSpPr txBox="1"/>
          <p:nvPr/>
        </p:nvSpPr>
        <p:spPr>
          <a:xfrm>
            <a:off x="6696974" y="4146183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when done</a:t>
            </a:r>
            <a:endParaRPr lang="it-IT" sz="1400" dirty="0">
              <a:solidFill>
                <a:schemeClr val="accent2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4" name="CasellaDiTesto 53"/>
          <p:cNvSpPr txBox="1"/>
          <p:nvPr/>
        </p:nvSpPr>
        <p:spPr>
          <a:xfrm>
            <a:off x="3989620" y="1439678"/>
            <a:ext cx="1295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enter request</a:t>
            </a:r>
          </a:p>
        </p:txBody>
      </p:sp>
      <p:sp>
        <p:nvSpPr>
          <p:cNvPr id="55" name="CasellaDiTesto 54"/>
          <p:cNvSpPr txBox="1"/>
          <p:nvPr/>
        </p:nvSpPr>
        <p:spPr>
          <a:xfrm>
            <a:off x="8618562" y="2324545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OUTDOOR-area free</a:t>
            </a:r>
          </a:p>
        </p:txBody>
      </p:sp>
      <p:cxnSp>
        <p:nvCxnSpPr>
          <p:cNvPr id="68" name="Connettore 2 67"/>
          <p:cNvCxnSpPr/>
          <p:nvPr/>
        </p:nvCxnSpPr>
        <p:spPr>
          <a:xfrm flipH="1">
            <a:off x="4150669" y="1859288"/>
            <a:ext cx="984286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2 71"/>
          <p:cNvCxnSpPr/>
          <p:nvPr/>
        </p:nvCxnSpPr>
        <p:spPr>
          <a:xfrm flipV="1">
            <a:off x="4150669" y="2113298"/>
            <a:ext cx="984286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sellaDiTesto 75"/>
          <p:cNvSpPr txBox="1"/>
          <p:nvPr/>
        </p:nvSpPr>
        <p:spPr>
          <a:xfrm>
            <a:off x="4133730" y="2094686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else</a:t>
            </a:r>
          </a:p>
        </p:txBody>
      </p:sp>
      <p:cxnSp>
        <p:nvCxnSpPr>
          <p:cNvPr id="77" name="Connettore 2 76"/>
          <p:cNvCxnSpPr/>
          <p:nvPr/>
        </p:nvCxnSpPr>
        <p:spPr>
          <a:xfrm flipH="1" flipV="1">
            <a:off x="6787576" y="2113298"/>
            <a:ext cx="984289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2 80"/>
          <p:cNvCxnSpPr/>
          <p:nvPr/>
        </p:nvCxnSpPr>
        <p:spPr>
          <a:xfrm>
            <a:off x="6787576" y="1859288"/>
            <a:ext cx="984289" cy="8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asellaDiTesto 84"/>
          <p:cNvSpPr txBox="1"/>
          <p:nvPr/>
        </p:nvSpPr>
        <p:spPr>
          <a:xfrm>
            <a:off x="7266040" y="21118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else</a:t>
            </a:r>
          </a:p>
        </p:txBody>
      </p:sp>
    </p:spTree>
    <p:extLst>
      <p:ext uri="{BB962C8B-B14F-4D97-AF65-F5344CB8AC3E}">
        <p14:creationId xmlns:p14="http://schemas.microsoft.com/office/powerpoint/2010/main" val="22471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Ovale 80"/>
          <p:cNvSpPr/>
          <p:nvPr/>
        </p:nvSpPr>
        <p:spPr>
          <a:xfrm>
            <a:off x="2223628" y="4242720"/>
            <a:ext cx="1302611" cy="98289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Business</a:t>
            </a:r>
          </a:p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Logic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2" name="Triangolo isoscele 81"/>
          <p:cNvSpPr/>
          <p:nvPr/>
        </p:nvSpPr>
        <p:spPr>
          <a:xfrm rot="16200000">
            <a:off x="2724103" y="4121320"/>
            <a:ext cx="301659" cy="2600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Rettangolo 82"/>
          <p:cNvSpPr/>
          <p:nvPr/>
        </p:nvSpPr>
        <p:spPr>
          <a:xfrm>
            <a:off x="1900137" y="4616938"/>
            <a:ext cx="501185" cy="238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Ovale 83"/>
          <p:cNvSpPr/>
          <p:nvPr/>
        </p:nvSpPr>
        <p:spPr>
          <a:xfrm>
            <a:off x="4371007" y="4242720"/>
            <a:ext cx="1302611" cy="98289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Robot Proxy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5" name="Triangolo isoscele 84"/>
          <p:cNvSpPr/>
          <p:nvPr/>
        </p:nvSpPr>
        <p:spPr>
          <a:xfrm rot="16200000">
            <a:off x="4871482" y="4121320"/>
            <a:ext cx="301659" cy="260051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6" name="Ovale 85"/>
          <p:cNvSpPr/>
          <p:nvPr/>
        </p:nvSpPr>
        <p:spPr>
          <a:xfrm>
            <a:off x="2220389" y="1632384"/>
            <a:ext cx="1302611" cy="98289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Planner Util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87" name="Connettore 2 86"/>
          <p:cNvCxnSpPr/>
          <p:nvPr/>
        </p:nvCxnSpPr>
        <p:spPr>
          <a:xfrm flipH="1" flipV="1">
            <a:off x="2873853" y="3629746"/>
            <a:ext cx="2157" cy="5418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ttangolo arrotondato 87"/>
          <p:cNvSpPr/>
          <p:nvPr/>
        </p:nvSpPr>
        <p:spPr>
          <a:xfrm>
            <a:off x="2065457" y="3157761"/>
            <a:ext cx="1616791" cy="4715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Directional Planner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89" name="Connettore 2 88"/>
          <p:cNvCxnSpPr/>
          <p:nvPr/>
        </p:nvCxnSpPr>
        <p:spPr>
          <a:xfrm flipH="1" flipV="1">
            <a:off x="2871695" y="2615484"/>
            <a:ext cx="2157" cy="54187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2 94"/>
          <p:cNvCxnSpPr/>
          <p:nvPr/>
        </p:nvCxnSpPr>
        <p:spPr>
          <a:xfrm>
            <a:off x="3526239" y="4647909"/>
            <a:ext cx="844768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ttore 2 95"/>
          <p:cNvCxnSpPr/>
          <p:nvPr/>
        </p:nvCxnSpPr>
        <p:spPr>
          <a:xfrm flipH="1">
            <a:off x="3523000" y="4820428"/>
            <a:ext cx="844768" cy="18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/>
          <p:cNvSpPr/>
          <p:nvPr/>
        </p:nvSpPr>
        <p:spPr>
          <a:xfrm>
            <a:off x="6841875" y="4242720"/>
            <a:ext cx="1302611" cy="98289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Basic Step Robot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98" name="Triangolo isoscele 97"/>
          <p:cNvSpPr/>
          <p:nvPr/>
        </p:nvSpPr>
        <p:spPr>
          <a:xfrm rot="16200000">
            <a:off x="7342350" y="4121320"/>
            <a:ext cx="301659" cy="26005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Rettangolo 98"/>
          <p:cNvSpPr/>
          <p:nvPr/>
        </p:nvSpPr>
        <p:spPr>
          <a:xfrm>
            <a:off x="6518384" y="4616938"/>
            <a:ext cx="501185" cy="238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0" name="Connettore 2 99"/>
          <p:cNvCxnSpPr/>
          <p:nvPr/>
        </p:nvCxnSpPr>
        <p:spPr>
          <a:xfrm>
            <a:off x="5673617" y="4647907"/>
            <a:ext cx="844768" cy="18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e 100"/>
          <p:cNvSpPr/>
          <p:nvPr/>
        </p:nvSpPr>
        <p:spPr>
          <a:xfrm>
            <a:off x="8989252" y="4242720"/>
            <a:ext cx="1302611" cy="982897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smtClean="0">
                <a:solidFill>
                  <a:schemeClr val="tx1"/>
                </a:solidFill>
                <a:latin typeface="Century Schoolbook" panose="02040604050505020304" pitchFamily="18" charset="0"/>
              </a:rPr>
              <a:t>WEnv</a:t>
            </a:r>
            <a:endParaRPr lang="it-IT" sz="14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02" name="Triangolo isoscele 101"/>
          <p:cNvSpPr/>
          <p:nvPr/>
        </p:nvSpPr>
        <p:spPr>
          <a:xfrm rot="16200000">
            <a:off x="9489727" y="4121320"/>
            <a:ext cx="301659" cy="260051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3" name="Connettore 2 102"/>
          <p:cNvCxnSpPr/>
          <p:nvPr/>
        </p:nvCxnSpPr>
        <p:spPr>
          <a:xfrm flipV="1">
            <a:off x="8144484" y="4634422"/>
            <a:ext cx="721852" cy="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riangolo isoscele 103"/>
          <p:cNvSpPr/>
          <p:nvPr/>
        </p:nvSpPr>
        <p:spPr>
          <a:xfrm rot="16200000" flipV="1">
            <a:off x="8856502" y="4572964"/>
            <a:ext cx="142583" cy="122916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5" name="Connettore 2 104"/>
          <p:cNvCxnSpPr/>
          <p:nvPr/>
        </p:nvCxnSpPr>
        <p:spPr>
          <a:xfrm flipV="1">
            <a:off x="8267400" y="4833910"/>
            <a:ext cx="721852" cy="2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riangolo isoscele 105"/>
          <p:cNvSpPr/>
          <p:nvPr/>
        </p:nvSpPr>
        <p:spPr>
          <a:xfrm rot="5400000" flipH="1" flipV="1">
            <a:off x="8167744" y="4772454"/>
            <a:ext cx="142583" cy="122916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5" name="Connettore 2 24"/>
          <p:cNvCxnSpPr/>
          <p:nvPr/>
        </p:nvCxnSpPr>
        <p:spPr>
          <a:xfrm flipH="1">
            <a:off x="5673615" y="4818605"/>
            <a:ext cx="844768" cy="18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924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306</Words>
  <Application>Microsoft Office PowerPoint</Application>
  <PresentationFormat>Widescreen</PresentationFormat>
  <Paragraphs>178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Schoolbook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Giacomo</dc:creator>
  <cp:lastModifiedBy>Giacomo</cp:lastModifiedBy>
  <cp:revision>73</cp:revision>
  <dcterms:created xsi:type="dcterms:W3CDTF">2021-03-22T10:16:42Z</dcterms:created>
  <dcterms:modified xsi:type="dcterms:W3CDTF">2021-06-19T18:24:44Z</dcterms:modified>
</cp:coreProperties>
</file>