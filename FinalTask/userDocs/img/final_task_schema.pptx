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71" r:id="rId3"/>
    <p:sldId id="266" r:id="rId4"/>
    <p:sldId id="270" r:id="rId5"/>
    <p:sldId id="269" r:id="rId6"/>
    <p:sldId id="273" r:id="rId7"/>
    <p:sldId id="274" r:id="rId8"/>
    <p:sldId id="275" r:id="rId9"/>
    <p:sldId id="276" r:id="rId1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6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907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36765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39908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1771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8405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70606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7919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1715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16060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3039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029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4082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arrotondato 6"/>
          <p:cNvSpPr/>
          <p:nvPr/>
        </p:nvSpPr>
        <p:spPr>
          <a:xfrm>
            <a:off x="5048046" y="4640593"/>
            <a:ext cx="3653990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Sensor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22" name="Rettangolo arrotondato 21"/>
          <p:cNvSpPr/>
          <p:nvPr/>
        </p:nvSpPr>
        <p:spPr>
          <a:xfrm>
            <a:off x="5048046" y="4160387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Sonar</a:t>
            </a:r>
          </a:p>
        </p:txBody>
      </p:sp>
      <p:sp>
        <p:nvSpPr>
          <p:cNvPr id="23" name="Rettangolo arrotondato 22"/>
          <p:cNvSpPr/>
          <p:nvPr/>
        </p:nvSpPr>
        <p:spPr>
          <a:xfrm>
            <a:off x="7085245" y="416337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Weight</a:t>
            </a:r>
          </a:p>
        </p:txBody>
      </p:sp>
      <p:cxnSp>
        <p:nvCxnSpPr>
          <p:cNvPr id="26" name="Connettore 2 25"/>
          <p:cNvCxnSpPr/>
          <p:nvPr/>
        </p:nvCxnSpPr>
        <p:spPr>
          <a:xfrm flipH="1" flipV="1">
            <a:off x="5850993" y="3700018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ttore 2 51"/>
          <p:cNvCxnSpPr/>
          <p:nvPr/>
        </p:nvCxnSpPr>
        <p:spPr>
          <a:xfrm flipH="1" flipV="1">
            <a:off x="7888192" y="3700018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ttangolo arrotondato 52"/>
          <p:cNvSpPr/>
          <p:nvPr/>
        </p:nvSpPr>
        <p:spPr>
          <a:xfrm>
            <a:off x="3169947" y="3216867"/>
            <a:ext cx="3494890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54" name="Rettangolo arrotondato 53"/>
          <p:cNvSpPr/>
          <p:nvPr/>
        </p:nvSpPr>
        <p:spPr>
          <a:xfrm>
            <a:off x="7097753" y="3211550"/>
            <a:ext cx="1924301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Weight Sensor</a:t>
            </a:r>
          </a:p>
          <a:p>
            <a:pPr algn="ctr"/>
            <a:r>
              <a: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</a:p>
        </p:txBody>
      </p:sp>
      <p:sp>
        <p:nvSpPr>
          <p:cNvPr id="55" name="Rettangolo arrotondato 54"/>
          <p:cNvSpPr/>
          <p:nvPr/>
        </p:nvSpPr>
        <p:spPr>
          <a:xfrm>
            <a:off x="3169947" y="2736661"/>
            <a:ext cx="157503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Sonar</a:t>
            </a:r>
          </a:p>
        </p:txBody>
      </p:sp>
      <p:sp>
        <p:nvSpPr>
          <p:cNvPr id="56" name="Rettangolo arrotondato 55"/>
          <p:cNvSpPr/>
          <p:nvPr/>
        </p:nvSpPr>
        <p:spPr>
          <a:xfrm>
            <a:off x="5089806" y="2736661"/>
            <a:ext cx="157503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 Driver</a:t>
            </a:r>
          </a:p>
        </p:txBody>
      </p:sp>
      <p:sp>
        <p:nvSpPr>
          <p:cNvPr id="57" name="Rettangolo arrotondato 56"/>
          <p:cNvSpPr/>
          <p:nvPr/>
        </p:nvSpPr>
        <p:spPr>
          <a:xfrm>
            <a:off x="7097753" y="2731912"/>
            <a:ext cx="192430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Weight Sensor</a:t>
            </a:r>
          </a:p>
        </p:txBody>
      </p:sp>
      <p:sp>
        <p:nvSpPr>
          <p:cNvPr id="58" name="Rettangolo 57"/>
          <p:cNvSpPr/>
          <p:nvPr/>
        </p:nvSpPr>
        <p:spPr>
          <a:xfrm>
            <a:off x="5396638" y="2090643"/>
            <a:ext cx="892349" cy="4715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9" name="Ovale 58"/>
          <p:cNvSpPr/>
          <p:nvPr/>
        </p:nvSpPr>
        <p:spPr>
          <a:xfrm>
            <a:off x="5450835" y="2133671"/>
            <a:ext cx="370937" cy="38552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0" name="Ovale 59"/>
          <p:cNvSpPr/>
          <p:nvPr/>
        </p:nvSpPr>
        <p:spPr>
          <a:xfrm>
            <a:off x="5875969" y="2133671"/>
            <a:ext cx="370937" cy="38552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1" name="Rettangolo 60"/>
          <p:cNvSpPr/>
          <p:nvPr/>
        </p:nvSpPr>
        <p:spPr>
          <a:xfrm>
            <a:off x="3511287" y="1791504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62" name="Rettangolo 61"/>
          <p:cNvSpPr/>
          <p:nvPr/>
        </p:nvSpPr>
        <p:spPr>
          <a:xfrm>
            <a:off x="3511286" y="1791504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3" name="Rettangolo 62"/>
          <p:cNvSpPr/>
          <p:nvPr/>
        </p:nvSpPr>
        <p:spPr>
          <a:xfrm>
            <a:off x="4258578" y="1854661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4" name="Rettangolo 63"/>
          <p:cNvSpPr/>
          <p:nvPr/>
        </p:nvSpPr>
        <p:spPr>
          <a:xfrm>
            <a:off x="7668982" y="1782878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65" name="Rettangolo 64"/>
          <p:cNvSpPr/>
          <p:nvPr/>
        </p:nvSpPr>
        <p:spPr>
          <a:xfrm>
            <a:off x="7668981" y="1782878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6" name="Rettangolo 65"/>
          <p:cNvSpPr/>
          <p:nvPr/>
        </p:nvSpPr>
        <p:spPr>
          <a:xfrm>
            <a:off x="8416273" y="1846035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7" name="CasellaDiTesto 66"/>
          <p:cNvSpPr txBox="1"/>
          <p:nvPr/>
        </p:nvSpPr>
        <p:spPr>
          <a:xfrm>
            <a:off x="5212671" y="1745828"/>
            <a:ext cx="12602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>
                <a:latin typeface="Century Schoolbook" panose="02040604050505020304" pitchFamily="18" charset="0"/>
              </a:rPr>
              <a:t>Real device</a:t>
            </a:r>
          </a:p>
        </p:txBody>
      </p:sp>
    </p:spTree>
    <p:extLst>
      <p:ext uri="{BB962C8B-B14F-4D97-AF65-F5344CB8AC3E}">
        <p14:creationId xmlns:p14="http://schemas.microsoft.com/office/powerpoint/2010/main" val="921238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3737252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Thermometer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5" name="Triangolo isoscele 4"/>
          <p:cNvSpPr/>
          <p:nvPr/>
        </p:nvSpPr>
        <p:spPr>
          <a:xfrm rot="16200000">
            <a:off x="4450884" y="3816879"/>
            <a:ext cx="430138" cy="370809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3301618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1" name="Connettore 2 10"/>
          <p:cNvCxnSpPr>
            <a:stCxn id="5" idx="5"/>
            <a:endCxn id="10" idx="2"/>
          </p:cNvCxnSpPr>
          <p:nvPr/>
        </p:nvCxnSpPr>
        <p:spPr>
          <a:xfrm flipH="1" flipV="1">
            <a:off x="4663797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ttangolo arrotondato 13"/>
          <p:cNvSpPr/>
          <p:nvPr/>
        </p:nvSpPr>
        <p:spPr>
          <a:xfrm>
            <a:off x="3737252" y="2881297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Thermometer</a:t>
            </a:r>
          </a:p>
        </p:txBody>
      </p:sp>
      <p:sp>
        <p:nvSpPr>
          <p:cNvPr id="17" name="Ovale 16"/>
          <p:cNvSpPr/>
          <p:nvPr/>
        </p:nvSpPr>
        <p:spPr>
          <a:xfrm>
            <a:off x="6769271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Fan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18" name="Triangolo isoscele 17"/>
          <p:cNvSpPr/>
          <p:nvPr/>
        </p:nvSpPr>
        <p:spPr>
          <a:xfrm rot="16200000">
            <a:off x="7482903" y="3816879"/>
            <a:ext cx="430138" cy="370809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Rettangolo 18"/>
          <p:cNvSpPr/>
          <p:nvPr/>
        </p:nvSpPr>
        <p:spPr>
          <a:xfrm>
            <a:off x="6333637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1" name="Connettore 2 20"/>
          <p:cNvCxnSpPr>
            <a:stCxn id="18" idx="5"/>
            <a:endCxn id="20" idx="2"/>
          </p:cNvCxnSpPr>
          <p:nvPr/>
        </p:nvCxnSpPr>
        <p:spPr>
          <a:xfrm flipH="1" flipV="1">
            <a:off x="7695816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ttangolo arrotondato 22"/>
          <p:cNvSpPr/>
          <p:nvPr/>
        </p:nvSpPr>
        <p:spPr>
          <a:xfrm>
            <a:off x="6769271" y="2881297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Mock Fan</a:t>
            </a:r>
          </a:p>
        </p:txBody>
      </p:sp>
      <p:sp>
        <p:nvSpPr>
          <p:cNvPr id="24" name="Rettangolo 23"/>
          <p:cNvSpPr/>
          <p:nvPr/>
        </p:nvSpPr>
        <p:spPr>
          <a:xfrm>
            <a:off x="4217623" y="1934945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25" name="Rettangolo 24"/>
          <p:cNvSpPr/>
          <p:nvPr/>
        </p:nvSpPr>
        <p:spPr>
          <a:xfrm>
            <a:off x="4217622" y="1934945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6" name="Rettangolo 25"/>
          <p:cNvSpPr/>
          <p:nvPr/>
        </p:nvSpPr>
        <p:spPr>
          <a:xfrm>
            <a:off x="4964914" y="1998102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7" name="Rettangolo 26"/>
          <p:cNvSpPr/>
          <p:nvPr/>
        </p:nvSpPr>
        <p:spPr>
          <a:xfrm>
            <a:off x="7182234" y="1934945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</a:p>
        </p:txBody>
      </p:sp>
      <p:sp>
        <p:nvSpPr>
          <p:cNvPr id="28" name="Rettangolo 27"/>
          <p:cNvSpPr/>
          <p:nvPr/>
        </p:nvSpPr>
        <p:spPr>
          <a:xfrm>
            <a:off x="7182233" y="1934945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9" name="Rettangolo 28"/>
          <p:cNvSpPr/>
          <p:nvPr/>
        </p:nvSpPr>
        <p:spPr>
          <a:xfrm>
            <a:off x="7929525" y="1998102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7570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6680131" y="3436921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Weight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5" name="Triangolo isoscele 4"/>
          <p:cNvSpPr/>
          <p:nvPr/>
        </p:nvSpPr>
        <p:spPr>
          <a:xfrm rot="16200000">
            <a:off x="7180606" y="3315521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6356640" y="3811139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8" name="Connettore 2 7"/>
          <p:cNvCxnSpPr>
            <a:stCxn id="5" idx="5"/>
          </p:cNvCxnSpPr>
          <p:nvPr/>
        </p:nvCxnSpPr>
        <p:spPr>
          <a:xfrm flipH="1" flipV="1">
            <a:off x="7325988" y="2909763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tangolo arrotondato 9"/>
          <p:cNvSpPr/>
          <p:nvPr/>
        </p:nvSpPr>
        <p:spPr>
          <a:xfrm>
            <a:off x="6517592" y="243818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Weight</a:t>
            </a:r>
          </a:p>
        </p:txBody>
      </p:sp>
      <p:sp>
        <p:nvSpPr>
          <p:cNvPr id="11" name="Ovale 10"/>
          <p:cNvSpPr/>
          <p:nvPr/>
        </p:nvSpPr>
        <p:spPr>
          <a:xfrm>
            <a:off x="4381109" y="3436921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12" name="Triangolo isoscele 11"/>
          <p:cNvSpPr/>
          <p:nvPr/>
        </p:nvSpPr>
        <p:spPr>
          <a:xfrm rot="16200000">
            <a:off x="4881584" y="3315521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/>
          <p:cNvSpPr/>
          <p:nvPr/>
        </p:nvSpPr>
        <p:spPr>
          <a:xfrm>
            <a:off x="4057618" y="3811139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5" name="Connettore 2 14"/>
          <p:cNvCxnSpPr>
            <a:stCxn id="12" idx="5"/>
          </p:cNvCxnSpPr>
          <p:nvPr/>
        </p:nvCxnSpPr>
        <p:spPr>
          <a:xfrm flipH="1" flipV="1">
            <a:off x="5026966" y="2909763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ttangolo arrotondato 15"/>
          <p:cNvSpPr/>
          <p:nvPr/>
        </p:nvSpPr>
        <p:spPr>
          <a:xfrm>
            <a:off x="4218570" y="243818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Presence Sonar</a:t>
            </a:r>
          </a:p>
        </p:txBody>
      </p:sp>
    </p:spTree>
    <p:extLst>
      <p:ext uri="{BB962C8B-B14F-4D97-AF65-F5344CB8AC3E}">
        <p14:creationId xmlns:p14="http://schemas.microsoft.com/office/powerpoint/2010/main" val="7212902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Ovale 80"/>
          <p:cNvSpPr/>
          <p:nvPr/>
        </p:nvSpPr>
        <p:spPr>
          <a:xfrm>
            <a:off x="2223628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Business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Logic</a:t>
            </a:r>
          </a:p>
        </p:txBody>
      </p:sp>
      <p:sp>
        <p:nvSpPr>
          <p:cNvPr id="82" name="Triangolo isoscele 81"/>
          <p:cNvSpPr/>
          <p:nvPr/>
        </p:nvSpPr>
        <p:spPr>
          <a:xfrm rot="16200000">
            <a:off x="2724103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3" name="Rettangolo 82"/>
          <p:cNvSpPr/>
          <p:nvPr/>
        </p:nvSpPr>
        <p:spPr>
          <a:xfrm>
            <a:off x="1900137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4" name="Ovale 83"/>
          <p:cNvSpPr/>
          <p:nvPr/>
        </p:nvSpPr>
        <p:spPr>
          <a:xfrm>
            <a:off x="4371007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Robot Proxy</a:t>
            </a:r>
          </a:p>
        </p:txBody>
      </p:sp>
      <p:sp>
        <p:nvSpPr>
          <p:cNvPr id="85" name="Triangolo isoscele 84"/>
          <p:cNvSpPr/>
          <p:nvPr/>
        </p:nvSpPr>
        <p:spPr>
          <a:xfrm rot="16200000">
            <a:off x="4871482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6" name="Ovale 85"/>
          <p:cNvSpPr/>
          <p:nvPr/>
        </p:nvSpPr>
        <p:spPr>
          <a:xfrm>
            <a:off x="2220389" y="1632384"/>
            <a:ext cx="1302611" cy="982897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Planner Util</a:t>
            </a:r>
          </a:p>
        </p:txBody>
      </p:sp>
      <p:cxnSp>
        <p:nvCxnSpPr>
          <p:cNvPr id="87" name="Connettore 2 86"/>
          <p:cNvCxnSpPr/>
          <p:nvPr/>
        </p:nvCxnSpPr>
        <p:spPr>
          <a:xfrm flipH="1" flipV="1">
            <a:off x="2873853" y="3629746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ttangolo arrotondato 87"/>
          <p:cNvSpPr/>
          <p:nvPr/>
        </p:nvSpPr>
        <p:spPr>
          <a:xfrm>
            <a:off x="2065457" y="315776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Directional Planner</a:t>
            </a:r>
          </a:p>
        </p:txBody>
      </p:sp>
      <p:cxnSp>
        <p:nvCxnSpPr>
          <p:cNvPr id="89" name="Connettore 2 88"/>
          <p:cNvCxnSpPr/>
          <p:nvPr/>
        </p:nvCxnSpPr>
        <p:spPr>
          <a:xfrm flipH="1" flipV="1">
            <a:off x="2871695" y="2615484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ttore 2 94"/>
          <p:cNvCxnSpPr/>
          <p:nvPr/>
        </p:nvCxnSpPr>
        <p:spPr>
          <a:xfrm>
            <a:off x="3526239" y="4647909"/>
            <a:ext cx="844768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ttore 2 95"/>
          <p:cNvCxnSpPr/>
          <p:nvPr/>
        </p:nvCxnSpPr>
        <p:spPr>
          <a:xfrm flipH="1">
            <a:off x="3523000" y="4820428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e 96"/>
          <p:cNvSpPr/>
          <p:nvPr/>
        </p:nvSpPr>
        <p:spPr>
          <a:xfrm>
            <a:off x="6841875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Basic Step Robot</a:t>
            </a:r>
          </a:p>
        </p:txBody>
      </p:sp>
      <p:sp>
        <p:nvSpPr>
          <p:cNvPr id="98" name="Triangolo isoscele 97"/>
          <p:cNvSpPr/>
          <p:nvPr/>
        </p:nvSpPr>
        <p:spPr>
          <a:xfrm rot="16200000">
            <a:off x="7342350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9" name="Rettangolo 98"/>
          <p:cNvSpPr/>
          <p:nvPr/>
        </p:nvSpPr>
        <p:spPr>
          <a:xfrm>
            <a:off x="6518384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0" name="Connettore 2 99"/>
          <p:cNvCxnSpPr/>
          <p:nvPr/>
        </p:nvCxnSpPr>
        <p:spPr>
          <a:xfrm>
            <a:off x="5673617" y="4647907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Ovale 100"/>
          <p:cNvSpPr/>
          <p:nvPr/>
        </p:nvSpPr>
        <p:spPr>
          <a:xfrm>
            <a:off x="8989252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WEnv</a:t>
            </a:r>
          </a:p>
        </p:txBody>
      </p:sp>
      <p:sp>
        <p:nvSpPr>
          <p:cNvPr id="102" name="Triangolo isoscele 101"/>
          <p:cNvSpPr/>
          <p:nvPr/>
        </p:nvSpPr>
        <p:spPr>
          <a:xfrm rot="16200000">
            <a:off x="9489727" y="4121320"/>
            <a:ext cx="301659" cy="26005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3" name="Connettore 2 102"/>
          <p:cNvCxnSpPr/>
          <p:nvPr/>
        </p:nvCxnSpPr>
        <p:spPr>
          <a:xfrm flipV="1">
            <a:off x="8144484" y="4634422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riangolo isoscele 103"/>
          <p:cNvSpPr/>
          <p:nvPr/>
        </p:nvSpPr>
        <p:spPr>
          <a:xfrm rot="16200000" flipV="1">
            <a:off x="8856502" y="457296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5" name="Connettore 2 104"/>
          <p:cNvCxnSpPr/>
          <p:nvPr/>
        </p:nvCxnSpPr>
        <p:spPr>
          <a:xfrm flipV="1">
            <a:off x="8267400" y="4833910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riangolo isoscele 105"/>
          <p:cNvSpPr/>
          <p:nvPr/>
        </p:nvSpPr>
        <p:spPr>
          <a:xfrm rot="5400000" flipH="1" flipV="1">
            <a:off x="8167744" y="477245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5" name="Connettore 2 24"/>
          <p:cNvCxnSpPr/>
          <p:nvPr/>
        </p:nvCxnSpPr>
        <p:spPr>
          <a:xfrm flipH="1">
            <a:off x="5673615" y="4818605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9924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Connettore 4 55"/>
          <p:cNvCxnSpPr/>
          <p:nvPr/>
        </p:nvCxnSpPr>
        <p:spPr>
          <a:xfrm rot="10800000">
            <a:off x="6367683" y="2206509"/>
            <a:ext cx="1810597" cy="224413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ttore 4 132"/>
          <p:cNvCxnSpPr/>
          <p:nvPr/>
        </p:nvCxnSpPr>
        <p:spPr>
          <a:xfrm flipV="1">
            <a:off x="3735784" y="2206508"/>
            <a:ext cx="1810599" cy="749213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tangolo arrotondato 3"/>
          <p:cNvSpPr/>
          <p:nvPr/>
        </p:nvSpPr>
        <p:spPr>
          <a:xfrm>
            <a:off x="2498048" y="1775042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acceptIN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send notice</a:t>
            </a:r>
          </a:p>
        </p:txBody>
      </p:sp>
      <p:sp>
        <p:nvSpPr>
          <p:cNvPr id="5" name="Rettangolo arrotondato 4"/>
          <p:cNvSpPr/>
          <p:nvPr/>
        </p:nvSpPr>
        <p:spPr>
          <a:xfrm>
            <a:off x="2498046" y="273550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informIN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SLOTNUM</a:t>
            </a:r>
          </a:p>
        </p:txBody>
      </p:sp>
      <p:sp>
        <p:nvSpPr>
          <p:cNvPr id="15" name="Rettangolo arrotondato 14"/>
          <p:cNvSpPr/>
          <p:nvPr/>
        </p:nvSpPr>
        <p:spPr>
          <a:xfrm>
            <a:off x="2498048" y="3482967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INDOOR</a:t>
            </a:r>
          </a:p>
        </p:txBody>
      </p:sp>
      <p:sp>
        <p:nvSpPr>
          <p:cNvPr id="16" name="Rettangolo arrotondato 15"/>
          <p:cNvSpPr/>
          <p:nvPr/>
        </p:nvSpPr>
        <p:spPr>
          <a:xfrm>
            <a:off x="2498048" y="423175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receipt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TOKENID</a:t>
            </a:r>
          </a:p>
        </p:txBody>
      </p:sp>
      <p:sp>
        <p:nvSpPr>
          <p:cNvPr id="17" name="Rettangolo arrotondato 16"/>
          <p:cNvSpPr/>
          <p:nvPr/>
        </p:nvSpPr>
        <p:spPr>
          <a:xfrm>
            <a:off x="2498048" y="4977891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moveToSlotIn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SLOT</a:t>
            </a:r>
          </a:p>
        </p:txBody>
      </p:sp>
      <p:sp>
        <p:nvSpPr>
          <p:cNvPr id="19" name="Rettangolo arrotondato 18"/>
          <p:cNvSpPr/>
          <p:nvPr/>
        </p:nvSpPr>
        <p:spPr>
          <a:xfrm>
            <a:off x="7771865" y="1775042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acceptOUT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send notice</a:t>
            </a:r>
          </a:p>
        </p:txBody>
      </p:sp>
      <p:sp>
        <p:nvSpPr>
          <p:cNvPr id="21" name="Rettangolo arrotondato 20"/>
          <p:cNvSpPr/>
          <p:nvPr/>
        </p:nvSpPr>
        <p:spPr>
          <a:xfrm>
            <a:off x="5134955" y="1766077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moveToHome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 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HOME</a:t>
            </a:r>
          </a:p>
        </p:txBody>
      </p:sp>
      <p:sp>
        <p:nvSpPr>
          <p:cNvPr id="22" name="Rettangolo arrotondato 21"/>
          <p:cNvSpPr/>
          <p:nvPr/>
        </p:nvSpPr>
        <p:spPr>
          <a:xfrm>
            <a:off x="7771864" y="273550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findSlot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CARSLOTNUM</a:t>
            </a:r>
          </a:p>
        </p:txBody>
      </p:sp>
      <p:sp>
        <p:nvSpPr>
          <p:cNvPr id="23" name="Rettangolo arrotondato 22"/>
          <p:cNvSpPr/>
          <p:nvPr/>
        </p:nvSpPr>
        <p:spPr>
          <a:xfrm>
            <a:off x="7771864" y="3484293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moveToSlotOut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SLOT</a:t>
            </a:r>
          </a:p>
        </p:txBody>
      </p:sp>
      <p:sp>
        <p:nvSpPr>
          <p:cNvPr id="25" name="Rettangolo arrotondato 24"/>
          <p:cNvSpPr/>
          <p:nvPr/>
        </p:nvSpPr>
        <p:spPr>
          <a:xfrm>
            <a:off x="7771863" y="4230429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moveToOut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OUTDOOR</a:t>
            </a:r>
          </a:p>
        </p:txBody>
      </p:sp>
      <p:cxnSp>
        <p:nvCxnSpPr>
          <p:cNvPr id="115" name="Connettore 4 114"/>
          <p:cNvCxnSpPr>
            <a:stCxn id="17" idx="3"/>
            <a:endCxn id="21" idx="2"/>
          </p:cNvCxnSpPr>
          <p:nvPr/>
        </p:nvCxnSpPr>
        <p:spPr>
          <a:xfrm flipV="1">
            <a:off x="4150669" y="2206508"/>
            <a:ext cx="1810597" cy="299159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ttore 2 136"/>
          <p:cNvCxnSpPr>
            <a:stCxn id="19" idx="2"/>
            <a:endCxn id="22" idx="0"/>
          </p:cNvCxnSpPr>
          <p:nvPr/>
        </p:nvCxnSpPr>
        <p:spPr>
          <a:xfrm flipH="1">
            <a:off x="8598175" y="2215473"/>
            <a:ext cx="1" cy="520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ttore 2 139"/>
          <p:cNvCxnSpPr>
            <a:stCxn id="22" idx="2"/>
            <a:endCxn id="23" idx="0"/>
          </p:cNvCxnSpPr>
          <p:nvPr/>
        </p:nvCxnSpPr>
        <p:spPr>
          <a:xfrm>
            <a:off x="8598175" y="3175936"/>
            <a:ext cx="0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ttore 2 142"/>
          <p:cNvCxnSpPr>
            <a:stCxn id="23" idx="2"/>
            <a:endCxn id="25" idx="0"/>
          </p:cNvCxnSpPr>
          <p:nvPr/>
        </p:nvCxnSpPr>
        <p:spPr>
          <a:xfrm flipH="1">
            <a:off x="8598174" y="3924724"/>
            <a:ext cx="1" cy="3057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ttore 2 145"/>
          <p:cNvCxnSpPr>
            <a:stCxn id="4" idx="2"/>
            <a:endCxn id="5" idx="0"/>
          </p:cNvCxnSpPr>
          <p:nvPr/>
        </p:nvCxnSpPr>
        <p:spPr>
          <a:xfrm flipH="1">
            <a:off x="3324357" y="2215473"/>
            <a:ext cx="2" cy="520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ttore 2 148"/>
          <p:cNvCxnSpPr>
            <a:stCxn id="5" idx="2"/>
            <a:endCxn id="15" idx="0"/>
          </p:cNvCxnSpPr>
          <p:nvPr/>
        </p:nvCxnSpPr>
        <p:spPr>
          <a:xfrm>
            <a:off x="3324357" y="3175936"/>
            <a:ext cx="2" cy="30703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Connettore 2 151"/>
          <p:cNvCxnSpPr>
            <a:stCxn id="15" idx="2"/>
            <a:endCxn id="16" idx="0"/>
          </p:cNvCxnSpPr>
          <p:nvPr/>
        </p:nvCxnSpPr>
        <p:spPr>
          <a:xfrm>
            <a:off x="3324359" y="3923398"/>
            <a:ext cx="0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ttore 2 154"/>
          <p:cNvCxnSpPr>
            <a:stCxn id="16" idx="2"/>
            <a:endCxn id="17" idx="0"/>
          </p:cNvCxnSpPr>
          <p:nvPr/>
        </p:nvCxnSpPr>
        <p:spPr>
          <a:xfrm>
            <a:off x="3324359" y="4672186"/>
            <a:ext cx="0" cy="3057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/>
          <p:cNvSpPr txBox="1"/>
          <p:nvPr/>
        </p:nvSpPr>
        <p:spPr>
          <a:xfrm>
            <a:off x="1975911" y="3167783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SLOTNUM&gt;0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1" name="CasellaDiTesto 30"/>
          <p:cNvSpPr txBox="1"/>
          <p:nvPr/>
        </p:nvSpPr>
        <p:spPr>
          <a:xfrm>
            <a:off x="4148563" y="2646939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SLOTNUM=0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9" name="CasellaDiTesto 38"/>
          <p:cNvSpPr txBox="1"/>
          <p:nvPr/>
        </p:nvSpPr>
        <p:spPr>
          <a:xfrm>
            <a:off x="1552667" y="2216461"/>
            <a:ext cx="17491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 available</a:t>
            </a:r>
          </a:p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INDOOR-area free</a:t>
            </a:r>
          </a:p>
        </p:txBody>
      </p:sp>
      <p:sp>
        <p:nvSpPr>
          <p:cNvPr id="40" name="CasellaDiTesto 39"/>
          <p:cNvSpPr txBox="1"/>
          <p:nvPr/>
        </p:nvSpPr>
        <p:spPr>
          <a:xfrm>
            <a:off x="6162958" y="1444730"/>
            <a:ext cx="23455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exit request w/ TOKENID</a:t>
            </a:r>
          </a:p>
        </p:txBody>
      </p:sp>
      <p:sp>
        <p:nvSpPr>
          <p:cNvPr id="84" name="CasellaDiTesto 83"/>
          <p:cNvSpPr txBox="1"/>
          <p:nvPr/>
        </p:nvSpPr>
        <p:spPr>
          <a:xfrm>
            <a:off x="2231240" y="3930805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6" name="CasellaDiTesto 85"/>
          <p:cNvSpPr txBox="1"/>
          <p:nvPr/>
        </p:nvSpPr>
        <p:spPr>
          <a:xfrm>
            <a:off x="2231240" y="4665359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7" name="CasellaDiTesto 86"/>
          <p:cNvSpPr txBox="1"/>
          <p:nvPr/>
        </p:nvSpPr>
        <p:spPr>
          <a:xfrm>
            <a:off x="4167608" y="4890329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8" name="CasellaDiTesto 87"/>
          <p:cNvSpPr txBox="1"/>
          <p:nvPr/>
        </p:nvSpPr>
        <p:spPr>
          <a:xfrm>
            <a:off x="8618562" y="3180429"/>
            <a:ext cx="2680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ε</a:t>
            </a:r>
            <a:endParaRPr lang="it-IT" sz="1400" dirty="0">
              <a:solidFill>
                <a:schemeClr val="accent1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5" name="CasellaDiTesto 94"/>
          <p:cNvSpPr txBox="1"/>
          <p:nvPr/>
        </p:nvSpPr>
        <p:spPr>
          <a:xfrm>
            <a:off x="8618562" y="3930804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6" name="CasellaDiTesto 95"/>
          <p:cNvSpPr txBox="1"/>
          <p:nvPr/>
        </p:nvSpPr>
        <p:spPr>
          <a:xfrm>
            <a:off x="6696974" y="4146183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4" name="CasellaDiTesto 53"/>
          <p:cNvSpPr txBox="1"/>
          <p:nvPr/>
        </p:nvSpPr>
        <p:spPr>
          <a:xfrm>
            <a:off x="3989620" y="1439678"/>
            <a:ext cx="12955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enter request</a:t>
            </a:r>
          </a:p>
        </p:txBody>
      </p:sp>
      <p:sp>
        <p:nvSpPr>
          <p:cNvPr id="55" name="CasellaDiTesto 54"/>
          <p:cNvSpPr txBox="1"/>
          <p:nvPr/>
        </p:nvSpPr>
        <p:spPr>
          <a:xfrm>
            <a:off x="8618562" y="2324545"/>
            <a:ext cx="19351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OUTDOOR-area free</a:t>
            </a:r>
          </a:p>
        </p:txBody>
      </p:sp>
      <p:cxnSp>
        <p:nvCxnSpPr>
          <p:cNvPr id="68" name="Connettore 2 67"/>
          <p:cNvCxnSpPr/>
          <p:nvPr/>
        </p:nvCxnSpPr>
        <p:spPr>
          <a:xfrm flipH="1">
            <a:off x="4150669" y="1859288"/>
            <a:ext cx="984286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ttore 2 71"/>
          <p:cNvCxnSpPr/>
          <p:nvPr/>
        </p:nvCxnSpPr>
        <p:spPr>
          <a:xfrm flipV="1">
            <a:off x="4150669" y="2113298"/>
            <a:ext cx="984286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asellaDiTesto 75"/>
          <p:cNvSpPr txBox="1"/>
          <p:nvPr/>
        </p:nvSpPr>
        <p:spPr>
          <a:xfrm>
            <a:off x="4133730" y="2094686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else</a:t>
            </a:r>
          </a:p>
        </p:txBody>
      </p:sp>
      <p:cxnSp>
        <p:nvCxnSpPr>
          <p:cNvPr id="77" name="Connettore 2 76"/>
          <p:cNvCxnSpPr/>
          <p:nvPr/>
        </p:nvCxnSpPr>
        <p:spPr>
          <a:xfrm flipH="1" flipV="1">
            <a:off x="6787576" y="2113298"/>
            <a:ext cx="984289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ttore 2 80"/>
          <p:cNvCxnSpPr/>
          <p:nvPr/>
        </p:nvCxnSpPr>
        <p:spPr>
          <a:xfrm>
            <a:off x="6787576" y="1859288"/>
            <a:ext cx="984289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asellaDiTesto 84"/>
          <p:cNvSpPr txBox="1"/>
          <p:nvPr/>
        </p:nvSpPr>
        <p:spPr>
          <a:xfrm>
            <a:off x="7266040" y="2111831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else</a:t>
            </a:r>
          </a:p>
        </p:txBody>
      </p:sp>
    </p:spTree>
    <p:extLst>
      <p:ext uri="{BB962C8B-B14F-4D97-AF65-F5344CB8AC3E}">
        <p14:creationId xmlns:p14="http://schemas.microsoft.com/office/powerpoint/2010/main" val="224713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3737252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Outdoor Sentinel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" name="Triangolo isoscele 4"/>
          <p:cNvSpPr/>
          <p:nvPr/>
        </p:nvSpPr>
        <p:spPr>
          <a:xfrm rot="16200000">
            <a:off x="4450884" y="3816879"/>
            <a:ext cx="430138" cy="370809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3301618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Ovale 16"/>
          <p:cNvSpPr/>
          <p:nvPr/>
        </p:nvSpPr>
        <p:spPr>
          <a:xfrm>
            <a:off x="6769271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Temperature Sentinel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8" name="Triangolo isoscele 17"/>
          <p:cNvSpPr/>
          <p:nvPr/>
        </p:nvSpPr>
        <p:spPr>
          <a:xfrm rot="16200000">
            <a:off x="7482903" y="3816879"/>
            <a:ext cx="430138" cy="370809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Rettangolo 18"/>
          <p:cNvSpPr/>
          <p:nvPr/>
        </p:nvSpPr>
        <p:spPr>
          <a:xfrm>
            <a:off x="6333637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0" name="Ovale 19"/>
          <p:cNvSpPr/>
          <p:nvPr/>
        </p:nvSpPr>
        <p:spPr>
          <a:xfrm>
            <a:off x="3737251" y="1315220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Timer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2" name="Triangolo isoscele 21"/>
          <p:cNvSpPr/>
          <p:nvPr/>
        </p:nvSpPr>
        <p:spPr>
          <a:xfrm rot="16200000">
            <a:off x="4450883" y="1129815"/>
            <a:ext cx="430138" cy="370809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Rettangolo 29"/>
          <p:cNvSpPr/>
          <p:nvPr/>
        </p:nvSpPr>
        <p:spPr>
          <a:xfrm>
            <a:off x="3301617" y="1896471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31" name="Connettore 2 30"/>
          <p:cNvCxnSpPr/>
          <p:nvPr/>
        </p:nvCxnSpPr>
        <p:spPr>
          <a:xfrm flipH="1" flipV="1">
            <a:off x="4493434" y="2909342"/>
            <a:ext cx="1" cy="1011285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Figura a mano libera 31"/>
          <p:cNvSpPr/>
          <p:nvPr/>
        </p:nvSpPr>
        <p:spPr>
          <a:xfrm rot="5400000">
            <a:off x="4535020" y="3107943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082807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e 6">
            <a:extLst>
              <a:ext uri="{FF2B5EF4-FFF2-40B4-BE49-F238E27FC236}">
                <a16:creationId xmlns:a16="http://schemas.microsoft.com/office/drawing/2014/main" id="{89FC37F9-070A-4437-BCA4-685B862773B8}"/>
              </a:ext>
            </a:extLst>
          </p:cNvPr>
          <p:cNvSpPr/>
          <p:nvPr/>
        </p:nvSpPr>
        <p:spPr>
          <a:xfrm>
            <a:off x="9293085" y="4567434"/>
            <a:ext cx="1857403" cy="1636771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Virtual Environment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4" name="Ovale 13">
            <a:extLst>
              <a:ext uri="{FF2B5EF4-FFF2-40B4-BE49-F238E27FC236}">
                <a16:creationId xmlns:a16="http://schemas.microsoft.com/office/drawing/2014/main" id="{D730308E-50C2-4F0A-9A73-ABE09ACFC7BE}"/>
              </a:ext>
            </a:extLst>
          </p:cNvPr>
          <p:cNvSpPr/>
          <p:nvPr/>
        </p:nvSpPr>
        <p:spPr>
          <a:xfrm>
            <a:off x="806000" y="759713"/>
            <a:ext cx="1857403" cy="1636769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Weight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15" name="Triangolo isoscele 14">
            <a:extLst>
              <a:ext uri="{FF2B5EF4-FFF2-40B4-BE49-F238E27FC236}">
                <a16:creationId xmlns:a16="http://schemas.microsoft.com/office/drawing/2014/main" id="{92CE9E93-4516-46FF-BDA3-7E103FC05806}"/>
              </a:ext>
            </a:extLst>
          </p:cNvPr>
          <p:cNvSpPr/>
          <p:nvPr/>
        </p:nvSpPr>
        <p:spPr>
          <a:xfrm rot="16200000">
            <a:off x="1529450" y="668463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2A90512A-9E37-483C-B175-4E3EADE12D1A}"/>
              </a:ext>
            </a:extLst>
          </p:cNvPr>
          <p:cNvSpPr/>
          <p:nvPr/>
        </p:nvSpPr>
        <p:spPr>
          <a:xfrm>
            <a:off x="426473" y="1422486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Ovale 16">
            <a:extLst>
              <a:ext uri="{FF2B5EF4-FFF2-40B4-BE49-F238E27FC236}">
                <a16:creationId xmlns:a16="http://schemas.microsoft.com/office/drawing/2014/main" id="{61477D68-C5DB-4C9A-A5CE-C789181B086D}"/>
              </a:ext>
            </a:extLst>
          </p:cNvPr>
          <p:cNvSpPr/>
          <p:nvPr/>
        </p:nvSpPr>
        <p:spPr>
          <a:xfrm>
            <a:off x="8561317" y="654373"/>
            <a:ext cx="1857403" cy="163677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Fan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D0D196ED-8B3E-49CA-8474-7BC6D32F1734}"/>
              </a:ext>
            </a:extLst>
          </p:cNvPr>
          <p:cNvSpPr/>
          <p:nvPr/>
        </p:nvSpPr>
        <p:spPr>
          <a:xfrm>
            <a:off x="8125683" y="1235624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Ovale 22">
            <a:extLst>
              <a:ext uri="{FF2B5EF4-FFF2-40B4-BE49-F238E27FC236}">
                <a16:creationId xmlns:a16="http://schemas.microsoft.com/office/drawing/2014/main" id="{BBCA4ED2-540F-47F3-A6A9-2638DE17168D}"/>
              </a:ext>
            </a:extLst>
          </p:cNvPr>
          <p:cNvSpPr/>
          <p:nvPr/>
        </p:nvSpPr>
        <p:spPr>
          <a:xfrm>
            <a:off x="939594" y="4970206"/>
            <a:ext cx="1905929" cy="1636771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25" name="Rettangolo 24">
            <a:extLst>
              <a:ext uri="{FF2B5EF4-FFF2-40B4-BE49-F238E27FC236}">
                <a16:creationId xmlns:a16="http://schemas.microsoft.com/office/drawing/2014/main" id="{F21F5878-EC00-4196-A658-CC0F42AA5337}"/>
              </a:ext>
            </a:extLst>
          </p:cNvPr>
          <p:cNvSpPr/>
          <p:nvPr/>
        </p:nvSpPr>
        <p:spPr>
          <a:xfrm>
            <a:off x="503960" y="5551458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6" name="Triangolo isoscele 25">
            <a:extLst>
              <a:ext uri="{FF2B5EF4-FFF2-40B4-BE49-F238E27FC236}">
                <a16:creationId xmlns:a16="http://schemas.microsoft.com/office/drawing/2014/main" id="{9CAE1808-6BAC-4DE6-B88B-C7DF4498F972}"/>
              </a:ext>
            </a:extLst>
          </p:cNvPr>
          <p:cNvSpPr/>
          <p:nvPr/>
        </p:nvSpPr>
        <p:spPr>
          <a:xfrm rot="16200000">
            <a:off x="9335668" y="557359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7" name="Triangolo isoscele 26">
            <a:extLst>
              <a:ext uri="{FF2B5EF4-FFF2-40B4-BE49-F238E27FC236}">
                <a16:creationId xmlns:a16="http://schemas.microsoft.com/office/drawing/2014/main" id="{CC46F1F8-3ACE-4BB2-9921-DB49F6873A20}"/>
              </a:ext>
            </a:extLst>
          </p:cNvPr>
          <p:cNvSpPr/>
          <p:nvPr/>
        </p:nvSpPr>
        <p:spPr>
          <a:xfrm rot="16200000">
            <a:off x="10054498" y="4476184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8" name="Triangolo isoscele 27">
            <a:extLst>
              <a:ext uri="{FF2B5EF4-FFF2-40B4-BE49-F238E27FC236}">
                <a16:creationId xmlns:a16="http://schemas.microsoft.com/office/drawing/2014/main" id="{970D0960-8DAD-462C-AEB8-6084C9782178}"/>
              </a:ext>
            </a:extLst>
          </p:cNvPr>
          <p:cNvSpPr/>
          <p:nvPr/>
        </p:nvSpPr>
        <p:spPr>
          <a:xfrm rot="16200000">
            <a:off x="1723530" y="4878956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Ovale 28">
            <a:extLst>
              <a:ext uri="{FF2B5EF4-FFF2-40B4-BE49-F238E27FC236}">
                <a16:creationId xmlns:a16="http://schemas.microsoft.com/office/drawing/2014/main" id="{DF2514AF-7CB4-4E97-88AA-A7322A070659}"/>
              </a:ext>
            </a:extLst>
          </p:cNvPr>
          <p:cNvSpPr/>
          <p:nvPr/>
        </p:nvSpPr>
        <p:spPr>
          <a:xfrm>
            <a:off x="4511262" y="2817291"/>
            <a:ext cx="1857403" cy="1636769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Park Manager Service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(</a:t>
            </a:r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 business Logic )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0" name="Triangolo isoscele 29">
            <a:extLst>
              <a:ext uri="{FF2B5EF4-FFF2-40B4-BE49-F238E27FC236}">
                <a16:creationId xmlns:a16="http://schemas.microsoft.com/office/drawing/2014/main" id="{F00ED55C-50B1-4116-AE35-B24C0346EA9D}"/>
              </a:ext>
            </a:extLst>
          </p:cNvPr>
          <p:cNvSpPr/>
          <p:nvPr/>
        </p:nvSpPr>
        <p:spPr>
          <a:xfrm rot="16200000">
            <a:off x="5234712" y="2726041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0531960E-FB0B-47EF-9792-36C0BECA7830}"/>
              </a:ext>
            </a:extLst>
          </p:cNvPr>
          <p:cNvSpPr/>
          <p:nvPr/>
        </p:nvSpPr>
        <p:spPr>
          <a:xfrm>
            <a:off x="4131735" y="3480064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Figura a mano libera 33"/>
          <p:cNvSpPr/>
          <p:nvPr/>
        </p:nvSpPr>
        <p:spPr>
          <a:xfrm>
            <a:off x="2951586" y="3307712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6" name="Figura a mano libera 35"/>
          <p:cNvSpPr/>
          <p:nvPr/>
        </p:nvSpPr>
        <p:spPr>
          <a:xfrm rot="19800000">
            <a:off x="2699345" y="4395352"/>
            <a:ext cx="1767172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7" name="Figura a mano libera 36"/>
          <p:cNvSpPr/>
          <p:nvPr/>
        </p:nvSpPr>
        <p:spPr>
          <a:xfrm rot="1800000">
            <a:off x="2886728" y="1871791"/>
            <a:ext cx="1767172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38" name="Connettore 2 37"/>
          <p:cNvCxnSpPr/>
          <p:nvPr/>
        </p:nvCxnSpPr>
        <p:spPr>
          <a:xfrm flipV="1">
            <a:off x="6397403" y="1976569"/>
            <a:ext cx="1725937" cy="92326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uppo 2"/>
          <p:cNvGrpSpPr/>
          <p:nvPr/>
        </p:nvGrpSpPr>
        <p:grpSpPr>
          <a:xfrm rot="900000">
            <a:off x="6630929" y="3900132"/>
            <a:ext cx="844768" cy="342073"/>
            <a:chOff x="8144484" y="4563130"/>
            <a:chExt cx="844768" cy="342073"/>
          </a:xfrm>
        </p:grpSpPr>
        <p:cxnSp>
          <p:nvCxnSpPr>
            <p:cNvPr id="41" name="Connettore 2 40"/>
            <p:cNvCxnSpPr/>
            <p:nvPr/>
          </p:nvCxnSpPr>
          <p:spPr>
            <a:xfrm flipV="1">
              <a:off x="8144484" y="4634422"/>
              <a:ext cx="721852" cy="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riangolo isoscele 41"/>
            <p:cNvSpPr/>
            <p:nvPr/>
          </p:nvSpPr>
          <p:spPr>
            <a:xfrm rot="16200000" flipV="1">
              <a:off x="8856502" y="4572964"/>
              <a:ext cx="142583" cy="122916"/>
            </a:xfrm>
            <a:prstGeom prst="triangl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cxnSp>
          <p:nvCxnSpPr>
            <p:cNvPr id="43" name="Connettore 2 42"/>
            <p:cNvCxnSpPr/>
            <p:nvPr/>
          </p:nvCxnSpPr>
          <p:spPr>
            <a:xfrm flipV="1">
              <a:off x="8267400" y="4833910"/>
              <a:ext cx="721852" cy="2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riangolo isoscele 43"/>
            <p:cNvSpPr/>
            <p:nvPr/>
          </p:nvSpPr>
          <p:spPr>
            <a:xfrm rot="5400000" flipH="1" flipV="1">
              <a:off x="8167744" y="4772454"/>
              <a:ext cx="142583" cy="122916"/>
            </a:xfrm>
            <a:prstGeom prst="triangl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45" name="Ovale 44">
            <a:extLst>
              <a:ext uri="{FF2B5EF4-FFF2-40B4-BE49-F238E27FC236}">
                <a16:creationId xmlns:a16="http://schemas.microsoft.com/office/drawing/2014/main" id="{D730308E-50C2-4F0A-9A73-ABE09ACFC7BE}"/>
              </a:ext>
            </a:extLst>
          </p:cNvPr>
          <p:cNvSpPr/>
          <p:nvPr/>
        </p:nvSpPr>
        <p:spPr>
          <a:xfrm>
            <a:off x="3901119" y="4928056"/>
            <a:ext cx="1857403" cy="1636769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Park Service GUI Actor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47" name="Triangolo isoscele 46">
            <a:extLst>
              <a:ext uri="{FF2B5EF4-FFF2-40B4-BE49-F238E27FC236}">
                <a16:creationId xmlns:a16="http://schemas.microsoft.com/office/drawing/2014/main" id="{92CE9E93-4516-46FF-BDA3-7E103FC05806}"/>
              </a:ext>
            </a:extLst>
          </p:cNvPr>
          <p:cNvSpPr/>
          <p:nvPr/>
        </p:nvSpPr>
        <p:spPr>
          <a:xfrm rot="16200000">
            <a:off x="4624569" y="4836806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9" name="Rettangolo 48">
            <a:extLst>
              <a:ext uri="{FF2B5EF4-FFF2-40B4-BE49-F238E27FC236}">
                <a16:creationId xmlns:a16="http://schemas.microsoft.com/office/drawing/2014/main" id="{2A90512A-9E37-483C-B175-4E3EADE12D1A}"/>
              </a:ext>
            </a:extLst>
          </p:cNvPr>
          <p:cNvSpPr/>
          <p:nvPr/>
        </p:nvSpPr>
        <p:spPr>
          <a:xfrm>
            <a:off x="3521592" y="5590829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0" name="Ovale 49">
            <a:extLst>
              <a:ext uri="{FF2B5EF4-FFF2-40B4-BE49-F238E27FC236}">
                <a16:creationId xmlns:a16="http://schemas.microsoft.com/office/drawing/2014/main" id="{D730308E-50C2-4F0A-9A73-ABE09ACFC7BE}"/>
              </a:ext>
            </a:extLst>
          </p:cNvPr>
          <p:cNvSpPr/>
          <p:nvPr/>
        </p:nvSpPr>
        <p:spPr>
          <a:xfrm>
            <a:off x="6982924" y="5072593"/>
            <a:ext cx="1857403" cy="1636769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Park Service Status GUI Actor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1" name="Triangolo isoscele 50">
            <a:extLst>
              <a:ext uri="{FF2B5EF4-FFF2-40B4-BE49-F238E27FC236}">
                <a16:creationId xmlns:a16="http://schemas.microsoft.com/office/drawing/2014/main" id="{92CE9E93-4516-46FF-BDA3-7E103FC05806}"/>
              </a:ext>
            </a:extLst>
          </p:cNvPr>
          <p:cNvSpPr/>
          <p:nvPr/>
        </p:nvSpPr>
        <p:spPr>
          <a:xfrm rot="16200000">
            <a:off x="7706374" y="4981343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2" name="Rettangolo 51">
            <a:extLst>
              <a:ext uri="{FF2B5EF4-FFF2-40B4-BE49-F238E27FC236}">
                <a16:creationId xmlns:a16="http://schemas.microsoft.com/office/drawing/2014/main" id="{2A90512A-9E37-483C-B175-4E3EADE12D1A}"/>
              </a:ext>
            </a:extLst>
          </p:cNvPr>
          <p:cNvSpPr/>
          <p:nvPr/>
        </p:nvSpPr>
        <p:spPr>
          <a:xfrm>
            <a:off x="6603397" y="5735366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5" name="Ovale 54">
            <a:extLst>
              <a:ext uri="{FF2B5EF4-FFF2-40B4-BE49-F238E27FC236}">
                <a16:creationId xmlns:a16="http://schemas.microsoft.com/office/drawing/2014/main" id="{D730308E-50C2-4F0A-9A73-ABE09ACFC7BE}"/>
              </a:ext>
            </a:extLst>
          </p:cNvPr>
          <p:cNvSpPr/>
          <p:nvPr/>
        </p:nvSpPr>
        <p:spPr>
          <a:xfrm>
            <a:off x="760932" y="2696179"/>
            <a:ext cx="1902471" cy="1676484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Thermometer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</a:p>
        </p:txBody>
      </p:sp>
      <p:sp>
        <p:nvSpPr>
          <p:cNvPr id="57" name="Triangolo isoscele 56">
            <a:extLst>
              <a:ext uri="{FF2B5EF4-FFF2-40B4-BE49-F238E27FC236}">
                <a16:creationId xmlns:a16="http://schemas.microsoft.com/office/drawing/2014/main" id="{92CE9E93-4516-46FF-BDA3-7E103FC05806}"/>
              </a:ext>
            </a:extLst>
          </p:cNvPr>
          <p:cNvSpPr/>
          <p:nvPr/>
        </p:nvSpPr>
        <p:spPr>
          <a:xfrm rot="16200000">
            <a:off x="1484382" y="2644643"/>
            <a:ext cx="334579" cy="182501"/>
          </a:xfrm>
          <a:prstGeom prst="triangle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8" name="Rettangolo 57">
            <a:extLst>
              <a:ext uri="{FF2B5EF4-FFF2-40B4-BE49-F238E27FC236}">
                <a16:creationId xmlns:a16="http://schemas.microsoft.com/office/drawing/2014/main" id="{2A90512A-9E37-483C-B175-4E3EADE12D1A}"/>
              </a:ext>
            </a:extLst>
          </p:cNvPr>
          <p:cNvSpPr/>
          <p:nvPr/>
        </p:nvSpPr>
        <p:spPr>
          <a:xfrm>
            <a:off x="381405" y="3398666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9791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o 2"/>
          <p:cNvGrpSpPr/>
          <p:nvPr/>
        </p:nvGrpSpPr>
        <p:grpSpPr>
          <a:xfrm>
            <a:off x="2194758" y="3153195"/>
            <a:ext cx="1926426" cy="1214172"/>
            <a:chOff x="402476" y="3280190"/>
            <a:chExt cx="1926426" cy="1214172"/>
          </a:xfrm>
        </p:grpSpPr>
        <p:sp>
          <p:nvSpPr>
            <p:cNvPr id="17" name="Ovale 16"/>
            <p:cNvSpPr/>
            <p:nvPr/>
          </p:nvSpPr>
          <p:spPr>
            <a:xfrm>
              <a:off x="667957" y="3428429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Sonar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18" name="Triangolo isoscele 17"/>
            <p:cNvSpPr/>
            <p:nvPr/>
          </p:nvSpPr>
          <p:spPr>
            <a:xfrm rot="16200000">
              <a:off x="1350190" y="3300636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9" name="Rettangolo 18"/>
            <p:cNvSpPr/>
            <p:nvPr/>
          </p:nvSpPr>
          <p:spPr>
            <a:xfrm>
              <a:off x="402476" y="3835268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7" name="Gruppo 6"/>
          <p:cNvGrpSpPr/>
          <p:nvPr/>
        </p:nvGrpSpPr>
        <p:grpSpPr>
          <a:xfrm>
            <a:off x="2145379" y="1882219"/>
            <a:ext cx="1926426" cy="1214172"/>
            <a:chOff x="402476" y="309828"/>
            <a:chExt cx="1926426" cy="1214172"/>
          </a:xfrm>
        </p:grpSpPr>
        <p:sp>
          <p:nvSpPr>
            <p:cNvPr id="24" name="Ovale 23"/>
            <p:cNvSpPr/>
            <p:nvPr/>
          </p:nvSpPr>
          <p:spPr>
            <a:xfrm>
              <a:off x="667957" y="45806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Weight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25" name="Triangolo isoscele 24"/>
            <p:cNvSpPr/>
            <p:nvPr/>
          </p:nvSpPr>
          <p:spPr>
            <a:xfrm rot="16200000">
              <a:off x="1350190" y="33027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6" name="Rettangolo 25"/>
            <p:cNvSpPr/>
            <p:nvPr/>
          </p:nvSpPr>
          <p:spPr>
            <a:xfrm>
              <a:off x="402476" y="86490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33" name="Gruppo 32"/>
          <p:cNvGrpSpPr/>
          <p:nvPr/>
        </p:nvGrpSpPr>
        <p:grpSpPr>
          <a:xfrm>
            <a:off x="5432188" y="2443639"/>
            <a:ext cx="1926426" cy="1214172"/>
            <a:chOff x="402476" y="5184618"/>
            <a:chExt cx="1926426" cy="1214172"/>
          </a:xfrm>
        </p:grpSpPr>
        <p:sp>
          <p:nvSpPr>
            <p:cNvPr id="34" name="Ovale 33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Park Manager Service</a:t>
              </a:r>
            </a:p>
            <a:p>
              <a:pPr algn="ctr"/>
              <a:r>
                <a:rPr lang="it-IT" sz="1100" i="1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(business logic)</a:t>
              </a:r>
              <a:endPara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35" name="Triangolo isoscele 34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6" name="Rettangolo 35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37" name="Gruppo 36"/>
          <p:cNvGrpSpPr/>
          <p:nvPr/>
        </p:nvGrpSpPr>
        <p:grpSpPr>
          <a:xfrm>
            <a:off x="5416991" y="4608344"/>
            <a:ext cx="1926426" cy="1214172"/>
            <a:chOff x="402476" y="5184618"/>
            <a:chExt cx="1926426" cy="1214172"/>
          </a:xfrm>
        </p:grpSpPr>
        <p:sp>
          <p:nvSpPr>
            <p:cNvPr id="38" name="Ovale 37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Park Service Status GUI Actor</a:t>
              </a:r>
              <a:endPara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39" name="Triangolo isoscele 38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0" name="Rettangolo 39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41" name="Gruppo 40"/>
          <p:cNvGrpSpPr/>
          <p:nvPr/>
        </p:nvGrpSpPr>
        <p:grpSpPr>
          <a:xfrm>
            <a:off x="5432188" y="465287"/>
            <a:ext cx="1926426" cy="1214172"/>
            <a:chOff x="402476" y="5184618"/>
            <a:chExt cx="1926426" cy="1214172"/>
          </a:xfrm>
        </p:grpSpPr>
        <p:sp>
          <p:nvSpPr>
            <p:cNvPr id="42" name="Ovale 41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Park Service GUI Actor</a:t>
              </a:r>
              <a:endPara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43" name="Triangolo isoscele 42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4" name="Rettangolo 43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45" name="Gruppo 44"/>
          <p:cNvGrpSpPr/>
          <p:nvPr/>
        </p:nvGrpSpPr>
        <p:grpSpPr>
          <a:xfrm>
            <a:off x="8474535" y="4670588"/>
            <a:ext cx="1926426" cy="1214172"/>
            <a:chOff x="402476" y="5184618"/>
            <a:chExt cx="1926426" cy="1214172"/>
          </a:xfrm>
        </p:grpSpPr>
        <p:sp>
          <p:nvSpPr>
            <p:cNvPr id="46" name="Ovale 45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Fan</a:t>
              </a: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400" i="1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47" name="Triangolo isoscele 46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8" name="Rettangolo 47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58" name="Figura a mano libera 57"/>
          <p:cNvSpPr/>
          <p:nvPr/>
        </p:nvSpPr>
        <p:spPr>
          <a:xfrm>
            <a:off x="4256696" y="2272710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9" name="Figura a mano libera 58"/>
          <p:cNvSpPr/>
          <p:nvPr/>
        </p:nvSpPr>
        <p:spPr>
          <a:xfrm>
            <a:off x="4219011" y="4978941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61" name="Connettore 2 60"/>
          <p:cNvCxnSpPr/>
          <p:nvPr/>
        </p:nvCxnSpPr>
        <p:spPr>
          <a:xfrm>
            <a:off x="7450157" y="5351793"/>
            <a:ext cx="945711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uppo 72"/>
          <p:cNvGrpSpPr/>
          <p:nvPr/>
        </p:nvGrpSpPr>
        <p:grpSpPr>
          <a:xfrm>
            <a:off x="8496420" y="2517758"/>
            <a:ext cx="1660945" cy="1214172"/>
            <a:chOff x="9616460" y="2966720"/>
            <a:chExt cx="1660945" cy="1214172"/>
          </a:xfrm>
        </p:grpSpPr>
        <p:sp>
          <p:nvSpPr>
            <p:cNvPr id="69" name="Ovale 68"/>
            <p:cNvSpPr/>
            <p:nvPr/>
          </p:nvSpPr>
          <p:spPr>
            <a:xfrm>
              <a:off x="9616460" y="3114959"/>
              <a:ext cx="1660945" cy="1065933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Virtual Environment</a:t>
              </a:r>
            </a:p>
          </p:txBody>
        </p:sp>
        <p:sp>
          <p:nvSpPr>
            <p:cNvPr id="70" name="Triangolo isoscele 69"/>
            <p:cNvSpPr/>
            <p:nvPr/>
          </p:nvSpPr>
          <p:spPr>
            <a:xfrm rot="16200000">
              <a:off x="10298693" y="2987166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74" name="Figura a mano libera 73"/>
          <p:cNvSpPr/>
          <p:nvPr/>
        </p:nvSpPr>
        <p:spPr>
          <a:xfrm>
            <a:off x="4360008" y="3209620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75" name="Gruppo 74"/>
          <p:cNvGrpSpPr/>
          <p:nvPr/>
        </p:nvGrpSpPr>
        <p:grpSpPr>
          <a:xfrm>
            <a:off x="7505133" y="2953807"/>
            <a:ext cx="844768" cy="342073"/>
            <a:chOff x="8144484" y="4563130"/>
            <a:chExt cx="844768" cy="342073"/>
          </a:xfrm>
        </p:grpSpPr>
        <p:cxnSp>
          <p:nvCxnSpPr>
            <p:cNvPr id="76" name="Connettore 2 75"/>
            <p:cNvCxnSpPr/>
            <p:nvPr/>
          </p:nvCxnSpPr>
          <p:spPr>
            <a:xfrm flipV="1">
              <a:off x="8144484" y="4634422"/>
              <a:ext cx="721852" cy="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riangolo isoscele 76"/>
            <p:cNvSpPr/>
            <p:nvPr/>
          </p:nvSpPr>
          <p:spPr>
            <a:xfrm rot="16200000" flipV="1">
              <a:off x="8856502" y="4572964"/>
              <a:ext cx="142583" cy="122916"/>
            </a:xfrm>
            <a:prstGeom prst="triangl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cxnSp>
          <p:nvCxnSpPr>
            <p:cNvPr id="78" name="Connettore 2 77"/>
            <p:cNvCxnSpPr/>
            <p:nvPr/>
          </p:nvCxnSpPr>
          <p:spPr>
            <a:xfrm flipV="1">
              <a:off x="8267400" y="4833910"/>
              <a:ext cx="721852" cy="2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riangolo isoscele 78"/>
            <p:cNvSpPr/>
            <p:nvPr/>
          </p:nvSpPr>
          <p:spPr>
            <a:xfrm rot="5400000" flipH="1" flipV="1">
              <a:off x="8167744" y="4772454"/>
              <a:ext cx="142583" cy="122916"/>
            </a:xfrm>
            <a:prstGeom prst="triangl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grpSp>
        <p:nvGrpSpPr>
          <p:cNvPr id="83" name="Gruppo 82"/>
          <p:cNvGrpSpPr/>
          <p:nvPr/>
        </p:nvGrpSpPr>
        <p:grpSpPr>
          <a:xfrm>
            <a:off x="2145379" y="4672275"/>
            <a:ext cx="1926426" cy="1214172"/>
            <a:chOff x="402476" y="5184618"/>
            <a:chExt cx="1926426" cy="1214172"/>
          </a:xfrm>
        </p:grpSpPr>
        <p:sp>
          <p:nvSpPr>
            <p:cNvPr id="84" name="Ovale 83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Thermometer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Actor</a:t>
              </a:r>
              <a:endParaRPr lang="it-IT" sz="1200" dirty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85" name="Triangolo isoscele 84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86" name="Rettangolo 85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cxnSp>
        <p:nvCxnSpPr>
          <p:cNvPr id="87" name="Connettore 2 86"/>
          <p:cNvCxnSpPr/>
          <p:nvPr/>
        </p:nvCxnSpPr>
        <p:spPr>
          <a:xfrm flipV="1">
            <a:off x="7204076" y="3491065"/>
            <a:ext cx="7389" cy="1327761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CasellaDiTesto 94"/>
          <p:cNvSpPr txBox="1"/>
          <p:nvPr/>
        </p:nvSpPr>
        <p:spPr>
          <a:xfrm>
            <a:off x="7450157" y="5415676"/>
            <a:ext cx="827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start fan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stop fan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96" name="CasellaDiTesto 95"/>
          <p:cNvSpPr txBox="1"/>
          <p:nvPr/>
        </p:nvSpPr>
        <p:spPr>
          <a:xfrm>
            <a:off x="7281805" y="2591877"/>
            <a:ext cx="13131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move to: &lt;X,Y&gt;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97" name="CasellaDiTesto 96"/>
          <p:cNvSpPr txBox="1"/>
          <p:nvPr/>
        </p:nvSpPr>
        <p:spPr>
          <a:xfrm>
            <a:off x="3809772" y="1819103"/>
            <a:ext cx="17636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INDOOR-area free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INDOOR-area occup</a:t>
            </a:r>
            <a:r>
              <a:rPr lang="it-IT" sz="1200" dirty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.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98" name="CasellaDiTesto 97"/>
          <p:cNvSpPr txBox="1"/>
          <p:nvPr/>
        </p:nvSpPr>
        <p:spPr>
          <a:xfrm>
            <a:off x="4046801" y="3867701"/>
            <a:ext cx="19367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OUTDOOR-area free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OUTDOOR-area occup.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99" name="CasellaDiTesto 98"/>
          <p:cNvSpPr txBox="1"/>
          <p:nvPr/>
        </p:nvSpPr>
        <p:spPr>
          <a:xfrm>
            <a:off x="4042513" y="5600342"/>
            <a:ext cx="17956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temperature: &lt;value&gt;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sp>
        <p:nvSpPr>
          <p:cNvPr id="105" name="CasellaDiTesto 104"/>
          <p:cNvSpPr txBox="1"/>
          <p:nvPr/>
        </p:nvSpPr>
        <p:spPr>
          <a:xfrm>
            <a:off x="7174116" y="3907592"/>
            <a:ext cx="10550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start trolley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stop trolley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cxnSp>
        <p:nvCxnSpPr>
          <p:cNvPr id="109" name="Connettore 2 108"/>
          <p:cNvCxnSpPr/>
          <p:nvPr/>
        </p:nvCxnSpPr>
        <p:spPr>
          <a:xfrm>
            <a:off x="6124982" y="3644021"/>
            <a:ext cx="5087" cy="1057737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CasellaDiTesto 114"/>
          <p:cNvSpPr txBox="1"/>
          <p:nvPr/>
        </p:nvSpPr>
        <p:spPr>
          <a:xfrm>
            <a:off x="6107993" y="3897460"/>
            <a:ext cx="8402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parking: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&lt;status&gt;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118" name="Gruppo 117"/>
          <p:cNvGrpSpPr/>
          <p:nvPr/>
        </p:nvGrpSpPr>
        <p:grpSpPr>
          <a:xfrm rot="5400000">
            <a:off x="6700574" y="1939950"/>
            <a:ext cx="844768" cy="342073"/>
            <a:chOff x="8144484" y="4563130"/>
            <a:chExt cx="844768" cy="342073"/>
          </a:xfrm>
        </p:grpSpPr>
        <p:cxnSp>
          <p:nvCxnSpPr>
            <p:cNvPr id="119" name="Connettore 2 118"/>
            <p:cNvCxnSpPr/>
            <p:nvPr/>
          </p:nvCxnSpPr>
          <p:spPr>
            <a:xfrm flipV="1">
              <a:off x="8144484" y="4634422"/>
              <a:ext cx="721852" cy="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riangolo isoscele 119"/>
            <p:cNvSpPr/>
            <p:nvPr/>
          </p:nvSpPr>
          <p:spPr>
            <a:xfrm rot="16200000" flipV="1">
              <a:off x="8856502" y="4572964"/>
              <a:ext cx="142583" cy="122916"/>
            </a:xfrm>
            <a:prstGeom prst="triangl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cxnSp>
          <p:nvCxnSpPr>
            <p:cNvPr id="121" name="Connettore 2 120"/>
            <p:cNvCxnSpPr/>
            <p:nvPr/>
          </p:nvCxnSpPr>
          <p:spPr>
            <a:xfrm flipV="1">
              <a:off x="8267400" y="4833910"/>
              <a:ext cx="721852" cy="2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Triangolo isoscele 121"/>
            <p:cNvSpPr/>
            <p:nvPr/>
          </p:nvSpPr>
          <p:spPr>
            <a:xfrm rot="5400000" flipH="1" flipV="1">
              <a:off x="8167744" y="4772454"/>
              <a:ext cx="142583" cy="122916"/>
            </a:xfrm>
            <a:prstGeom prst="triangl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123" name="CasellaDiTesto 122"/>
          <p:cNvSpPr txBox="1"/>
          <p:nvPr/>
        </p:nvSpPr>
        <p:spPr>
          <a:xfrm>
            <a:off x="7190609" y="1880153"/>
            <a:ext cx="1159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&lt;SLOTNUM&gt;</a:t>
            </a:r>
          </a:p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&lt;TOKENID&gt;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  <p:cxnSp>
        <p:nvCxnSpPr>
          <p:cNvPr id="124" name="Connettore 2 123"/>
          <p:cNvCxnSpPr/>
          <p:nvPr/>
        </p:nvCxnSpPr>
        <p:spPr>
          <a:xfrm flipH="1">
            <a:off x="5902286" y="1679458"/>
            <a:ext cx="3490" cy="926208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CasellaDiTesto 124"/>
          <p:cNvSpPr txBox="1"/>
          <p:nvPr/>
        </p:nvSpPr>
        <p:spPr>
          <a:xfrm>
            <a:off x="5896015" y="1982265"/>
            <a:ext cx="1101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200" dirty="0" smtClean="0">
                <a:solidFill>
                  <a:schemeClr val="accent1">
                    <a:lumMod val="75000"/>
                  </a:schemeClr>
                </a:solidFill>
                <a:latin typeface="Bookman Old Style" panose="02050604050505020204" pitchFamily="18" charset="0"/>
              </a:rPr>
              <a:t>&lt;TOKENID&gt;</a:t>
            </a:r>
            <a:endParaRPr lang="it-IT" sz="1200" dirty="0">
              <a:solidFill>
                <a:schemeClr val="accent1">
                  <a:lumMod val="75000"/>
                </a:schemeClr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69166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o 7"/>
          <p:cNvGrpSpPr/>
          <p:nvPr/>
        </p:nvGrpSpPr>
        <p:grpSpPr>
          <a:xfrm>
            <a:off x="9134203" y="2883317"/>
            <a:ext cx="1926426" cy="1214172"/>
            <a:chOff x="402476" y="5184618"/>
            <a:chExt cx="1926426" cy="1214172"/>
          </a:xfrm>
        </p:grpSpPr>
        <p:sp>
          <p:nvSpPr>
            <p:cNvPr id="9" name="Ovale 8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Temperature </a:t>
              </a:r>
              <a:r>
                <a:rPr lang="it-IT" sz="1200" dirty="0" err="1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Sentinel</a:t>
              </a:r>
              <a:endParaRPr lang="it-IT" sz="1200" dirty="0" smtClean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10" name="Triangolo isoscele 9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1" name="Rettangolo 10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12" name="Figura a mano libera 11"/>
          <p:cNvSpPr/>
          <p:nvPr/>
        </p:nvSpPr>
        <p:spPr>
          <a:xfrm rot="12625422">
            <a:off x="8703810" y="2446855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Figura a mano libera 12"/>
          <p:cNvSpPr/>
          <p:nvPr/>
        </p:nvSpPr>
        <p:spPr>
          <a:xfrm rot="19470106">
            <a:off x="8571571" y="3968099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Figura a mano libera 13"/>
          <p:cNvSpPr/>
          <p:nvPr/>
        </p:nvSpPr>
        <p:spPr>
          <a:xfrm rot="15989499">
            <a:off x="7181572" y="3141551"/>
            <a:ext cx="990600" cy="638334"/>
          </a:xfrm>
          <a:custGeom>
            <a:avLst/>
            <a:gdLst>
              <a:gd name="connsiteX0" fmla="*/ 0 w 990600"/>
              <a:gd name="connsiteY0" fmla="*/ 439954 h 638334"/>
              <a:gd name="connsiteX1" fmla="*/ 314325 w 990600"/>
              <a:gd name="connsiteY1" fmla="*/ 439954 h 638334"/>
              <a:gd name="connsiteX2" fmla="*/ 390525 w 990600"/>
              <a:gd name="connsiteY2" fmla="*/ 1804 h 638334"/>
              <a:gd name="connsiteX3" fmla="*/ 571500 w 990600"/>
              <a:gd name="connsiteY3" fmla="*/ 630454 h 638334"/>
              <a:gd name="connsiteX4" fmla="*/ 685800 w 990600"/>
              <a:gd name="connsiteY4" fmla="*/ 354229 h 638334"/>
              <a:gd name="connsiteX5" fmla="*/ 990600 w 990600"/>
              <a:gd name="connsiteY5" fmla="*/ 344704 h 638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0600" h="638334">
                <a:moveTo>
                  <a:pt x="0" y="439954"/>
                </a:moveTo>
                <a:cubicBezTo>
                  <a:pt x="124619" y="476466"/>
                  <a:pt x="249238" y="512979"/>
                  <a:pt x="314325" y="439954"/>
                </a:cubicBezTo>
                <a:cubicBezTo>
                  <a:pt x="379412" y="366929"/>
                  <a:pt x="347663" y="-29946"/>
                  <a:pt x="390525" y="1804"/>
                </a:cubicBezTo>
                <a:cubicBezTo>
                  <a:pt x="433387" y="33554"/>
                  <a:pt x="522288" y="571717"/>
                  <a:pt x="571500" y="630454"/>
                </a:cubicBezTo>
                <a:cubicBezTo>
                  <a:pt x="620713" y="689192"/>
                  <a:pt x="615950" y="401854"/>
                  <a:pt x="685800" y="354229"/>
                </a:cubicBezTo>
                <a:cubicBezTo>
                  <a:pt x="755650" y="306604"/>
                  <a:pt x="873125" y="325654"/>
                  <a:pt x="990600" y="344704"/>
                </a:cubicBezTo>
              </a:path>
            </a:pathLst>
          </a:custGeom>
          <a:noFill/>
          <a:ln w="15875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15" name="Gruppo 14"/>
          <p:cNvGrpSpPr/>
          <p:nvPr/>
        </p:nvGrpSpPr>
        <p:grpSpPr>
          <a:xfrm>
            <a:off x="3587051" y="2722834"/>
            <a:ext cx="1926426" cy="1214172"/>
            <a:chOff x="402476" y="5184618"/>
            <a:chExt cx="1926426" cy="1214172"/>
          </a:xfrm>
        </p:grpSpPr>
        <p:sp>
          <p:nvSpPr>
            <p:cNvPr id="16" name="Ovale 15"/>
            <p:cNvSpPr/>
            <p:nvPr/>
          </p:nvSpPr>
          <p:spPr>
            <a:xfrm>
              <a:off x="667957" y="5332857"/>
              <a:ext cx="1660945" cy="1065933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1200" dirty="0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Outdoor</a:t>
              </a:r>
              <a:r>
                <a:rPr lang="it-IT" sz="1200" dirty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 </a:t>
              </a:r>
              <a:r>
                <a:rPr lang="it-IT" sz="1200" dirty="0" err="1" smtClean="0">
                  <a:solidFill>
                    <a:schemeClr val="tx1"/>
                  </a:solidFill>
                  <a:latin typeface="Century Schoolbook" panose="02040604050505020304" pitchFamily="18" charset="0"/>
                </a:rPr>
                <a:t>Sentinel</a:t>
              </a:r>
              <a:endParaRPr lang="it-IT" sz="1200" dirty="0" smtClean="0">
                <a:solidFill>
                  <a:schemeClr val="tx1"/>
                </a:solidFill>
                <a:latin typeface="Century Schoolbook" panose="02040604050505020304" pitchFamily="18" charset="0"/>
              </a:endParaRPr>
            </a:p>
          </p:txBody>
        </p:sp>
        <p:sp>
          <p:nvSpPr>
            <p:cNvPr id="17" name="Triangolo isoscele 16"/>
            <p:cNvSpPr/>
            <p:nvPr/>
          </p:nvSpPr>
          <p:spPr>
            <a:xfrm rot="16200000">
              <a:off x="1350190" y="5205064"/>
              <a:ext cx="296478" cy="255585"/>
            </a:xfrm>
            <a:prstGeom prst="triangle">
              <a:avLst/>
            </a:prstGeom>
            <a:solidFill>
              <a:srgbClr val="FF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8" name="Rettangolo 17"/>
            <p:cNvSpPr/>
            <p:nvPr/>
          </p:nvSpPr>
          <p:spPr>
            <a:xfrm>
              <a:off x="402476" y="5739696"/>
              <a:ext cx="530961" cy="25225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30815956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1291</TotalTime>
  <Words>223</Words>
  <Application>Microsoft Office PowerPoint</Application>
  <PresentationFormat>Widescreen</PresentationFormat>
  <Paragraphs>121</Paragraphs>
  <Slides>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5" baseType="lpstr">
      <vt:lpstr>Arial</vt:lpstr>
      <vt:lpstr>Bookman Old Style</vt:lpstr>
      <vt:lpstr>Calibri</vt:lpstr>
      <vt:lpstr>Calibri Light</vt:lpstr>
      <vt:lpstr>Century Schoolbook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Giacomo</dc:creator>
  <cp:lastModifiedBy>Giacomo</cp:lastModifiedBy>
  <cp:revision>88</cp:revision>
  <dcterms:created xsi:type="dcterms:W3CDTF">2021-03-22T10:16:42Z</dcterms:created>
  <dcterms:modified xsi:type="dcterms:W3CDTF">2021-06-22T18:16:35Z</dcterms:modified>
</cp:coreProperties>
</file>