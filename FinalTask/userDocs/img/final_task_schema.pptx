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4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122</Words>
  <Application>Microsoft Office PowerPoint</Application>
  <PresentationFormat>Widescreen</PresentationFormat>
  <Paragraphs>74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Claudia Badalamenti</cp:lastModifiedBy>
  <cp:revision>76</cp:revision>
  <dcterms:created xsi:type="dcterms:W3CDTF">2021-03-22T10:16:42Z</dcterms:created>
  <dcterms:modified xsi:type="dcterms:W3CDTF">2021-06-22T08:45:42Z</dcterms:modified>
</cp:coreProperties>
</file>