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66" r:id="rId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67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07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3676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9908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177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8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060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91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1715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606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039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029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08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arrotondato 6"/>
          <p:cNvSpPr/>
          <p:nvPr/>
        </p:nvSpPr>
        <p:spPr>
          <a:xfrm>
            <a:off x="5048046" y="3885565"/>
            <a:ext cx="36539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5048046" y="3405359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085245" y="340834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cxnSp>
        <p:nvCxnSpPr>
          <p:cNvPr id="26" name="Connettore 2 25"/>
          <p:cNvCxnSpPr/>
          <p:nvPr/>
        </p:nvCxnSpPr>
        <p:spPr>
          <a:xfrm flipH="1" flipV="1">
            <a:off x="5850993" y="2944990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/>
          <p:cNvCxnSpPr/>
          <p:nvPr/>
        </p:nvCxnSpPr>
        <p:spPr>
          <a:xfrm flipH="1" flipV="1">
            <a:off x="7888192" y="2944990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ttangolo arrotondato 52"/>
          <p:cNvSpPr/>
          <p:nvPr/>
        </p:nvSpPr>
        <p:spPr>
          <a:xfrm>
            <a:off x="3169947" y="2461839"/>
            <a:ext cx="34948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4" name="Rettangolo arrotondato 53"/>
          <p:cNvSpPr/>
          <p:nvPr/>
        </p:nvSpPr>
        <p:spPr>
          <a:xfrm>
            <a:off x="7097753" y="2456522"/>
            <a:ext cx="1924301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5" name="Rettangolo arrotondato 54"/>
          <p:cNvSpPr/>
          <p:nvPr/>
        </p:nvSpPr>
        <p:spPr>
          <a:xfrm>
            <a:off x="3169947" y="1981633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Sonar</a:t>
            </a:r>
          </a:p>
        </p:txBody>
      </p:sp>
      <p:sp>
        <p:nvSpPr>
          <p:cNvPr id="56" name="Rettangolo arrotondato 55"/>
          <p:cNvSpPr/>
          <p:nvPr/>
        </p:nvSpPr>
        <p:spPr>
          <a:xfrm>
            <a:off x="5089806" y="1981633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 Driver</a:t>
            </a:r>
          </a:p>
        </p:txBody>
      </p:sp>
      <p:sp>
        <p:nvSpPr>
          <p:cNvPr id="57" name="Rettangolo arrotondato 56"/>
          <p:cNvSpPr/>
          <p:nvPr/>
        </p:nvSpPr>
        <p:spPr>
          <a:xfrm>
            <a:off x="7097753" y="1976884"/>
            <a:ext cx="192430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Weight Sensor</a:t>
            </a:r>
          </a:p>
        </p:txBody>
      </p:sp>
      <p:sp>
        <p:nvSpPr>
          <p:cNvPr id="58" name="Rettangolo 57"/>
          <p:cNvSpPr/>
          <p:nvPr/>
        </p:nvSpPr>
        <p:spPr>
          <a:xfrm>
            <a:off x="5396638" y="1335615"/>
            <a:ext cx="892349" cy="4715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Ovale 58"/>
          <p:cNvSpPr/>
          <p:nvPr/>
        </p:nvSpPr>
        <p:spPr>
          <a:xfrm>
            <a:off x="5450835" y="1378643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0" name="Ovale 59"/>
          <p:cNvSpPr/>
          <p:nvPr/>
        </p:nvSpPr>
        <p:spPr>
          <a:xfrm>
            <a:off x="5875969" y="1378643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3511287" y="1036476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2" name="Rettangolo 61"/>
          <p:cNvSpPr/>
          <p:nvPr/>
        </p:nvSpPr>
        <p:spPr>
          <a:xfrm>
            <a:off x="3511286" y="1036476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3" name="Rettangolo 62"/>
          <p:cNvSpPr/>
          <p:nvPr/>
        </p:nvSpPr>
        <p:spPr>
          <a:xfrm>
            <a:off x="4258578" y="1099633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63"/>
          <p:cNvSpPr/>
          <p:nvPr/>
        </p:nvSpPr>
        <p:spPr>
          <a:xfrm>
            <a:off x="7668982" y="1027850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5" name="Rettangolo 64"/>
          <p:cNvSpPr/>
          <p:nvPr/>
        </p:nvSpPr>
        <p:spPr>
          <a:xfrm>
            <a:off x="7668981" y="1027850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6" name="Rettangolo 65"/>
          <p:cNvSpPr/>
          <p:nvPr/>
        </p:nvSpPr>
        <p:spPr>
          <a:xfrm>
            <a:off x="8416273" y="1091007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CasellaDiTesto 66"/>
          <p:cNvSpPr txBox="1"/>
          <p:nvPr/>
        </p:nvSpPr>
        <p:spPr>
          <a:xfrm>
            <a:off x="5212671" y="990800"/>
            <a:ext cx="1260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latin typeface="Century Schoolbook" panose="02040604050505020304" pitchFamily="18" charset="0"/>
              </a:rPr>
              <a:t>Real device</a:t>
            </a:r>
          </a:p>
        </p:txBody>
      </p:sp>
    </p:spTree>
    <p:extLst>
      <p:ext uri="{BB962C8B-B14F-4D97-AF65-F5344CB8AC3E}">
        <p14:creationId xmlns:p14="http://schemas.microsoft.com/office/powerpoint/2010/main" val="92123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arrotondato 9"/>
          <p:cNvSpPr/>
          <p:nvPr/>
        </p:nvSpPr>
        <p:spPr>
          <a:xfrm>
            <a:off x="3737252" y="2881297"/>
            <a:ext cx="1853089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cxnSp>
        <p:nvCxnSpPr>
          <p:cNvPr id="11" name="Connettore 2 10"/>
          <p:cNvCxnSpPr>
            <a:stCxn id="5" idx="5"/>
            <a:endCxn id="10" idx="2"/>
          </p:cNvCxnSpPr>
          <p:nvPr/>
        </p:nvCxnSpPr>
        <p:spPr>
          <a:xfrm flipH="1" flipV="1">
            <a:off x="4663797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tangolo arrotondato 13"/>
          <p:cNvSpPr/>
          <p:nvPr/>
        </p:nvSpPr>
        <p:spPr>
          <a:xfrm>
            <a:off x="3737252" y="2400548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Thermometer</a:t>
            </a:r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Rettangolo arrotondato 19"/>
          <p:cNvSpPr/>
          <p:nvPr/>
        </p:nvSpPr>
        <p:spPr>
          <a:xfrm>
            <a:off x="6769271" y="2881297"/>
            <a:ext cx="1853089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cxnSp>
        <p:nvCxnSpPr>
          <p:cNvPr id="21" name="Connettore 2 20"/>
          <p:cNvCxnSpPr>
            <a:stCxn id="18" idx="5"/>
            <a:endCxn id="20" idx="2"/>
          </p:cNvCxnSpPr>
          <p:nvPr/>
        </p:nvCxnSpPr>
        <p:spPr>
          <a:xfrm flipH="1" flipV="1">
            <a:off x="7695816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6769271" y="2400548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Fan</a:t>
            </a:r>
          </a:p>
        </p:txBody>
      </p:sp>
      <p:sp>
        <p:nvSpPr>
          <p:cNvPr id="24" name="Rettangolo 23"/>
          <p:cNvSpPr/>
          <p:nvPr/>
        </p:nvSpPr>
        <p:spPr>
          <a:xfrm>
            <a:off x="4217623" y="1454196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5" name="Rettangolo 24"/>
          <p:cNvSpPr/>
          <p:nvPr/>
        </p:nvSpPr>
        <p:spPr>
          <a:xfrm>
            <a:off x="4217622" y="1454196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25"/>
          <p:cNvSpPr/>
          <p:nvPr/>
        </p:nvSpPr>
        <p:spPr>
          <a:xfrm>
            <a:off x="4964914" y="1517353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Rettangolo 26"/>
          <p:cNvSpPr/>
          <p:nvPr/>
        </p:nvSpPr>
        <p:spPr>
          <a:xfrm>
            <a:off x="7182234" y="1454196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8" name="Rettangolo 27"/>
          <p:cNvSpPr/>
          <p:nvPr/>
        </p:nvSpPr>
        <p:spPr>
          <a:xfrm>
            <a:off x="7182233" y="1454196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7929525" y="1517353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027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ttore 4 15"/>
          <p:cNvCxnSpPr>
            <a:stCxn id="45" idx="2"/>
          </p:cNvCxnSpPr>
          <p:nvPr/>
        </p:nvCxnSpPr>
        <p:spPr>
          <a:xfrm rot="5400000" flipH="1">
            <a:off x="4878898" y="3029429"/>
            <a:ext cx="3538336" cy="711792"/>
          </a:xfrm>
          <a:prstGeom prst="bentConnector3">
            <a:avLst>
              <a:gd name="adj1" fmla="val -64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5503371" y="1302723"/>
            <a:ext cx="1244316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IDLE</a:t>
            </a:r>
          </a:p>
        </p:txBody>
      </p:sp>
      <p:sp>
        <p:nvSpPr>
          <p:cNvPr id="24" name="Rettangolo arrotondato 23"/>
          <p:cNvSpPr/>
          <p:nvPr/>
        </p:nvSpPr>
        <p:spPr>
          <a:xfrm>
            <a:off x="6366822" y="2186936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INDOOR</a:t>
            </a:r>
          </a:p>
        </p:txBody>
      </p:sp>
      <p:sp>
        <p:nvSpPr>
          <p:cNvPr id="25" name="Rettangolo arrotondato 24"/>
          <p:cNvSpPr/>
          <p:nvPr/>
        </p:nvSpPr>
        <p:spPr>
          <a:xfrm>
            <a:off x="4521448" y="2186936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UNPARKING</a:t>
            </a:r>
          </a:p>
        </p:txBody>
      </p:sp>
      <p:cxnSp>
        <p:nvCxnSpPr>
          <p:cNvPr id="26" name="Connettore 2 25"/>
          <p:cNvCxnSpPr/>
          <p:nvPr/>
        </p:nvCxnSpPr>
        <p:spPr>
          <a:xfrm>
            <a:off x="6566489" y="1591712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/>
          <p:cNvCxnSpPr/>
          <p:nvPr/>
        </p:nvCxnSpPr>
        <p:spPr>
          <a:xfrm>
            <a:off x="5665432" y="1595613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asellaDiTesto 27"/>
          <p:cNvSpPr txBox="1"/>
          <p:nvPr/>
        </p:nvSpPr>
        <p:spPr>
          <a:xfrm>
            <a:off x="6566489" y="1678386"/>
            <a:ext cx="2775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rgbClr val="00B050"/>
                </a:solidFill>
                <a:latin typeface="Century Schoolbook" panose="02040604050505020304" pitchFamily="18" charset="0"/>
              </a:rPr>
              <a:t>enter_request</a:t>
            </a:r>
            <a:r>
              <a:rPr lang="it-IT" sz="1600" dirty="0">
                <a:latin typeface="Century Schoolbook" panose="02040604050505020304" pitchFamily="18" charset="0"/>
              </a:rPr>
              <a:t> / 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goto_indoor</a:t>
            </a:r>
          </a:p>
        </p:txBody>
      </p:sp>
      <p:sp>
        <p:nvSpPr>
          <p:cNvPr id="29" name="Rettangolo arrotondato 28"/>
          <p:cNvSpPr/>
          <p:nvPr/>
        </p:nvSpPr>
        <p:spPr>
          <a:xfrm>
            <a:off x="6366013" y="3081240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TAKE IN</a:t>
            </a:r>
          </a:p>
        </p:txBody>
      </p:sp>
      <p:cxnSp>
        <p:nvCxnSpPr>
          <p:cNvPr id="31" name="Connettore 2 30"/>
          <p:cNvCxnSpPr/>
          <p:nvPr/>
        </p:nvCxnSpPr>
        <p:spPr>
          <a:xfrm>
            <a:off x="7021877" y="2487454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/>
          <p:cNvSpPr txBox="1"/>
          <p:nvPr/>
        </p:nvSpPr>
        <p:spPr>
          <a:xfrm>
            <a:off x="7021876" y="2615803"/>
            <a:ext cx="1845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>
                <a:latin typeface="Century Schoolbook" panose="02040604050505020304" pitchFamily="18" charset="0"/>
              </a:rPr>
              <a:t> / 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pickup_car</a:t>
            </a:r>
          </a:p>
        </p:txBody>
      </p:sp>
      <p:sp>
        <p:nvSpPr>
          <p:cNvPr id="34" name="Rettangolo arrotondato 33"/>
          <p:cNvSpPr/>
          <p:nvPr/>
        </p:nvSpPr>
        <p:spPr>
          <a:xfrm>
            <a:off x="6366012" y="3975544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PARKING</a:t>
            </a:r>
          </a:p>
        </p:txBody>
      </p:sp>
      <p:cxnSp>
        <p:nvCxnSpPr>
          <p:cNvPr id="35" name="Connettore 2 34"/>
          <p:cNvCxnSpPr/>
          <p:nvPr/>
        </p:nvCxnSpPr>
        <p:spPr>
          <a:xfrm>
            <a:off x="7021876" y="3381758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asellaDiTesto 35"/>
          <p:cNvSpPr txBox="1"/>
          <p:nvPr/>
        </p:nvSpPr>
        <p:spPr>
          <a:xfrm>
            <a:off x="7021875" y="3510107"/>
            <a:ext cx="20505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>
                <a:latin typeface="Century Schoolbook" panose="02040604050505020304" pitchFamily="18" charset="0"/>
              </a:rPr>
              <a:t> / 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goto_parking</a:t>
            </a:r>
          </a:p>
        </p:txBody>
      </p:sp>
      <p:sp>
        <p:nvSpPr>
          <p:cNvPr id="45" name="Rettangolo arrotondato 44"/>
          <p:cNvSpPr/>
          <p:nvPr/>
        </p:nvSpPr>
        <p:spPr>
          <a:xfrm>
            <a:off x="6366012" y="4859757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PARKED</a:t>
            </a:r>
          </a:p>
        </p:txBody>
      </p:sp>
      <p:cxnSp>
        <p:nvCxnSpPr>
          <p:cNvPr id="46" name="Connettore 2 45"/>
          <p:cNvCxnSpPr/>
          <p:nvPr/>
        </p:nvCxnSpPr>
        <p:spPr>
          <a:xfrm>
            <a:off x="7021876" y="4265971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/>
          <p:cNvSpPr txBox="1"/>
          <p:nvPr/>
        </p:nvSpPr>
        <p:spPr>
          <a:xfrm>
            <a:off x="7021875" y="4394320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>
                <a:latin typeface="Century Schoolbook" panose="02040604050505020304" pitchFamily="18" charset="0"/>
              </a:rPr>
              <a:t> / 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putdown_car</a:t>
            </a:r>
          </a:p>
        </p:txBody>
      </p:sp>
      <p:sp>
        <p:nvSpPr>
          <p:cNvPr id="50" name="CasellaDiTesto 49"/>
          <p:cNvSpPr txBox="1"/>
          <p:nvPr/>
        </p:nvSpPr>
        <p:spPr>
          <a:xfrm>
            <a:off x="7021875" y="5216724"/>
            <a:ext cx="18181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>
                <a:latin typeface="Century Schoolbook" panose="02040604050505020304" pitchFamily="18" charset="0"/>
              </a:rPr>
              <a:t> / 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goto_home</a:t>
            </a:r>
          </a:p>
        </p:txBody>
      </p:sp>
      <p:sp>
        <p:nvSpPr>
          <p:cNvPr id="59" name="Rettangolo arrotondato 58"/>
          <p:cNvSpPr/>
          <p:nvPr/>
        </p:nvSpPr>
        <p:spPr>
          <a:xfrm>
            <a:off x="4521448" y="3076931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TAKE OUT</a:t>
            </a:r>
          </a:p>
        </p:txBody>
      </p:sp>
      <p:cxnSp>
        <p:nvCxnSpPr>
          <p:cNvPr id="60" name="Connettore 2 59"/>
          <p:cNvCxnSpPr/>
          <p:nvPr/>
        </p:nvCxnSpPr>
        <p:spPr>
          <a:xfrm>
            <a:off x="5228372" y="2483145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CasellaDiTesto 60"/>
          <p:cNvSpPr txBox="1"/>
          <p:nvPr/>
        </p:nvSpPr>
        <p:spPr>
          <a:xfrm>
            <a:off x="3331124" y="2610761"/>
            <a:ext cx="1845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>
                <a:latin typeface="Century Schoolbook" panose="02040604050505020304" pitchFamily="18" charset="0"/>
              </a:rPr>
              <a:t> / 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pickup_car</a:t>
            </a:r>
          </a:p>
        </p:txBody>
      </p:sp>
      <p:sp>
        <p:nvSpPr>
          <p:cNvPr id="62" name="CasellaDiTesto 61"/>
          <p:cNvSpPr txBox="1"/>
          <p:nvPr/>
        </p:nvSpPr>
        <p:spPr>
          <a:xfrm>
            <a:off x="2850393" y="1677685"/>
            <a:ext cx="27719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rgbClr val="00B050"/>
                </a:solidFill>
                <a:latin typeface="Century Schoolbook" panose="02040604050505020304" pitchFamily="18" charset="0"/>
              </a:rPr>
              <a:t>exit_request</a:t>
            </a:r>
            <a:r>
              <a:rPr lang="it-IT" sz="1600" dirty="0">
                <a:latin typeface="Century Schoolbook" panose="02040604050505020304" pitchFamily="18" charset="0"/>
              </a:rPr>
              <a:t> / 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goto_parking</a:t>
            </a:r>
          </a:p>
        </p:txBody>
      </p:sp>
      <p:sp>
        <p:nvSpPr>
          <p:cNvPr id="64" name="Rettangolo arrotondato 63"/>
          <p:cNvSpPr/>
          <p:nvPr/>
        </p:nvSpPr>
        <p:spPr>
          <a:xfrm>
            <a:off x="4523051" y="3975544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OUTDOOR</a:t>
            </a:r>
          </a:p>
        </p:txBody>
      </p:sp>
      <p:cxnSp>
        <p:nvCxnSpPr>
          <p:cNvPr id="65" name="Connettore 2 64"/>
          <p:cNvCxnSpPr/>
          <p:nvPr/>
        </p:nvCxnSpPr>
        <p:spPr>
          <a:xfrm>
            <a:off x="5229975" y="3381758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/>
          <p:cNvSpPr txBox="1"/>
          <p:nvPr/>
        </p:nvSpPr>
        <p:spPr>
          <a:xfrm>
            <a:off x="3222289" y="3509374"/>
            <a:ext cx="2028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>
                <a:latin typeface="Century Schoolbook" panose="02040604050505020304" pitchFamily="18" charset="0"/>
              </a:rPr>
              <a:t> / 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goto_outdoor</a:t>
            </a:r>
          </a:p>
        </p:txBody>
      </p:sp>
      <p:sp>
        <p:nvSpPr>
          <p:cNvPr id="67" name="Rettangolo arrotondato 66"/>
          <p:cNvSpPr/>
          <p:nvPr/>
        </p:nvSpPr>
        <p:spPr>
          <a:xfrm>
            <a:off x="4508990" y="4874157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LEAVING</a:t>
            </a:r>
          </a:p>
        </p:txBody>
      </p:sp>
      <p:cxnSp>
        <p:nvCxnSpPr>
          <p:cNvPr id="68" name="Connettore 2 67"/>
          <p:cNvCxnSpPr/>
          <p:nvPr/>
        </p:nvCxnSpPr>
        <p:spPr>
          <a:xfrm>
            <a:off x="5215914" y="4280371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CasellaDiTesto 68"/>
          <p:cNvSpPr txBox="1"/>
          <p:nvPr/>
        </p:nvSpPr>
        <p:spPr>
          <a:xfrm>
            <a:off x="3136541" y="4396910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>
                <a:latin typeface="Century Schoolbook" panose="02040604050505020304" pitchFamily="18" charset="0"/>
              </a:rPr>
              <a:t> / 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putdown_car</a:t>
            </a:r>
          </a:p>
        </p:txBody>
      </p:sp>
      <p:cxnSp>
        <p:nvCxnSpPr>
          <p:cNvPr id="70" name="Connettore 4 69"/>
          <p:cNvCxnSpPr>
            <a:stCxn id="67" idx="2"/>
          </p:cNvCxnSpPr>
          <p:nvPr/>
        </p:nvCxnSpPr>
        <p:spPr>
          <a:xfrm rot="5400000" flipH="1" flipV="1">
            <a:off x="3828739" y="2990218"/>
            <a:ext cx="3552738" cy="804612"/>
          </a:xfrm>
          <a:prstGeom prst="bentConnector3">
            <a:avLst>
              <a:gd name="adj1" fmla="val -643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CasellaDiTesto 72"/>
          <p:cNvSpPr txBox="1"/>
          <p:nvPr/>
        </p:nvSpPr>
        <p:spPr>
          <a:xfrm>
            <a:off x="3354550" y="5170064"/>
            <a:ext cx="18181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>
                <a:latin typeface="Century Schoolbook" panose="02040604050505020304" pitchFamily="18" charset="0"/>
              </a:rPr>
              <a:t> / 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goto_home</a:t>
            </a:r>
          </a:p>
        </p:txBody>
      </p:sp>
    </p:spTree>
    <p:extLst>
      <p:ext uri="{BB962C8B-B14F-4D97-AF65-F5344CB8AC3E}">
        <p14:creationId xmlns:p14="http://schemas.microsoft.com/office/powerpoint/2010/main" val="2635279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297316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Trolley Status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3797791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2973825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Ovale 6"/>
          <p:cNvSpPr/>
          <p:nvPr/>
        </p:nvSpPr>
        <p:spPr>
          <a:xfrm>
            <a:off x="5768186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Robot Driver</a:t>
            </a:r>
          </a:p>
        </p:txBody>
      </p:sp>
      <p:sp>
        <p:nvSpPr>
          <p:cNvPr id="8" name="Triangolo isoscele 7"/>
          <p:cNvSpPr/>
          <p:nvPr/>
        </p:nvSpPr>
        <p:spPr>
          <a:xfrm rot="16200000">
            <a:off x="6268661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/>
          <p:cNvSpPr/>
          <p:nvPr/>
        </p:nvSpPr>
        <p:spPr>
          <a:xfrm>
            <a:off x="5444695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Ovale 9"/>
          <p:cNvSpPr/>
          <p:nvPr/>
        </p:nvSpPr>
        <p:spPr>
          <a:xfrm>
            <a:off x="7915565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Virtual Robot</a:t>
            </a:r>
          </a:p>
        </p:txBody>
      </p:sp>
      <p:sp>
        <p:nvSpPr>
          <p:cNvPr id="11" name="Triangolo isoscele 10"/>
          <p:cNvSpPr/>
          <p:nvPr/>
        </p:nvSpPr>
        <p:spPr>
          <a:xfrm rot="16200000">
            <a:off x="8416040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Ovale 12"/>
          <p:cNvSpPr/>
          <p:nvPr/>
        </p:nvSpPr>
        <p:spPr>
          <a:xfrm>
            <a:off x="5764947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</a:p>
        </p:txBody>
      </p:sp>
      <p:cxnSp>
        <p:nvCxnSpPr>
          <p:cNvPr id="15" name="Connettore 2 14"/>
          <p:cNvCxnSpPr/>
          <p:nvPr/>
        </p:nvCxnSpPr>
        <p:spPr>
          <a:xfrm flipH="1" flipV="1">
            <a:off x="6418411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5610015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</a:p>
        </p:txBody>
      </p:sp>
      <p:cxnSp>
        <p:nvCxnSpPr>
          <p:cNvPr id="17" name="Connettore 2 16"/>
          <p:cNvCxnSpPr/>
          <p:nvPr/>
        </p:nvCxnSpPr>
        <p:spPr>
          <a:xfrm flipH="1" flipV="1">
            <a:off x="6416253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/>
          <p:cNvCxnSpPr>
            <a:stCxn id="4" idx="6"/>
            <a:endCxn id="9" idx="1"/>
          </p:cNvCxnSpPr>
          <p:nvPr/>
        </p:nvCxnSpPr>
        <p:spPr>
          <a:xfrm>
            <a:off x="4599927" y="4734169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2 20"/>
          <p:cNvCxnSpPr/>
          <p:nvPr/>
        </p:nvCxnSpPr>
        <p:spPr>
          <a:xfrm flipV="1">
            <a:off x="7070797" y="459129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riangolo isoscele 25"/>
          <p:cNvSpPr/>
          <p:nvPr/>
        </p:nvSpPr>
        <p:spPr>
          <a:xfrm rot="16200000" flipV="1">
            <a:off x="7782815" y="452983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9" name="Connettore 2 28"/>
          <p:cNvCxnSpPr/>
          <p:nvPr/>
        </p:nvCxnSpPr>
        <p:spPr>
          <a:xfrm flipV="1">
            <a:off x="7193713" y="487704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riangolo isoscele 30"/>
          <p:cNvSpPr/>
          <p:nvPr/>
        </p:nvSpPr>
        <p:spPr>
          <a:xfrm rot="5400000" flipH="1" flipV="1">
            <a:off x="7094057" y="481558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13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e 80"/>
          <p:cNvSpPr/>
          <p:nvPr/>
        </p:nvSpPr>
        <p:spPr>
          <a:xfrm>
            <a:off x="2223628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Robot Driver</a:t>
            </a:r>
          </a:p>
        </p:txBody>
      </p:sp>
      <p:sp>
        <p:nvSpPr>
          <p:cNvPr id="82" name="Triangolo isoscele 81"/>
          <p:cNvSpPr/>
          <p:nvPr/>
        </p:nvSpPr>
        <p:spPr>
          <a:xfrm rot="16200000">
            <a:off x="2724103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Rettangolo 82"/>
          <p:cNvSpPr/>
          <p:nvPr/>
        </p:nvSpPr>
        <p:spPr>
          <a:xfrm>
            <a:off x="1900137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4" name="Ovale 83"/>
          <p:cNvSpPr/>
          <p:nvPr/>
        </p:nvSpPr>
        <p:spPr>
          <a:xfrm>
            <a:off x="4371007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Robot Proxy</a:t>
            </a:r>
          </a:p>
        </p:txBody>
      </p:sp>
      <p:sp>
        <p:nvSpPr>
          <p:cNvPr id="85" name="Triangolo isoscele 84"/>
          <p:cNvSpPr/>
          <p:nvPr/>
        </p:nvSpPr>
        <p:spPr>
          <a:xfrm rot="16200000">
            <a:off x="4871482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6" name="Ovale 85"/>
          <p:cNvSpPr/>
          <p:nvPr/>
        </p:nvSpPr>
        <p:spPr>
          <a:xfrm>
            <a:off x="2220389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</a:p>
        </p:txBody>
      </p:sp>
      <p:cxnSp>
        <p:nvCxnSpPr>
          <p:cNvPr id="87" name="Connettore 2 86"/>
          <p:cNvCxnSpPr/>
          <p:nvPr/>
        </p:nvCxnSpPr>
        <p:spPr>
          <a:xfrm flipH="1" flipV="1">
            <a:off x="2873853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ttangolo arrotondato 87"/>
          <p:cNvSpPr/>
          <p:nvPr/>
        </p:nvSpPr>
        <p:spPr>
          <a:xfrm>
            <a:off x="2065457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</a:p>
        </p:txBody>
      </p:sp>
      <p:cxnSp>
        <p:nvCxnSpPr>
          <p:cNvPr id="89" name="Connettore 2 88"/>
          <p:cNvCxnSpPr/>
          <p:nvPr/>
        </p:nvCxnSpPr>
        <p:spPr>
          <a:xfrm flipH="1" flipV="1">
            <a:off x="2871695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ttore 2 94"/>
          <p:cNvCxnSpPr/>
          <p:nvPr/>
        </p:nvCxnSpPr>
        <p:spPr>
          <a:xfrm>
            <a:off x="3526239" y="4647909"/>
            <a:ext cx="84476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ttore 2 95"/>
          <p:cNvCxnSpPr/>
          <p:nvPr/>
        </p:nvCxnSpPr>
        <p:spPr>
          <a:xfrm flipH="1">
            <a:off x="3523000" y="4820428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e 96"/>
          <p:cNvSpPr/>
          <p:nvPr/>
        </p:nvSpPr>
        <p:spPr>
          <a:xfrm>
            <a:off x="6841875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Basic Step Robot</a:t>
            </a:r>
          </a:p>
        </p:txBody>
      </p:sp>
      <p:sp>
        <p:nvSpPr>
          <p:cNvPr id="98" name="Triangolo isoscele 97"/>
          <p:cNvSpPr/>
          <p:nvPr/>
        </p:nvSpPr>
        <p:spPr>
          <a:xfrm rot="16200000">
            <a:off x="7342350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9" name="Rettangolo 98"/>
          <p:cNvSpPr/>
          <p:nvPr/>
        </p:nvSpPr>
        <p:spPr>
          <a:xfrm>
            <a:off x="6518384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0" name="Connettore 2 99"/>
          <p:cNvCxnSpPr/>
          <p:nvPr/>
        </p:nvCxnSpPr>
        <p:spPr>
          <a:xfrm>
            <a:off x="5673617" y="4647907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e 100"/>
          <p:cNvSpPr/>
          <p:nvPr/>
        </p:nvSpPr>
        <p:spPr>
          <a:xfrm>
            <a:off x="8989252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WEnv</a:t>
            </a:r>
          </a:p>
        </p:txBody>
      </p:sp>
      <p:sp>
        <p:nvSpPr>
          <p:cNvPr id="102" name="Triangolo isoscele 101"/>
          <p:cNvSpPr/>
          <p:nvPr/>
        </p:nvSpPr>
        <p:spPr>
          <a:xfrm rot="16200000">
            <a:off x="9489727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3" name="Connettore 2 102"/>
          <p:cNvCxnSpPr/>
          <p:nvPr/>
        </p:nvCxnSpPr>
        <p:spPr>
          <a:xfrm flipV="1">
            <a:off x="8144484" y="463442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riangolo isoscele 103"/>
          <p:cNvSpPr/>
          <p:nvPr/>
        </p:nvSpPr>
        <p:spPr>
          <a:xfrm rot="16200000" flipV="1">
            <a:off x="8856502" y="457296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5" name="Connettore 2 104"/>
          <p:cNvCxnSpPr/>
          <p:nvPr/>
        </p:nvCxnSpPr>
        <p:spPr>
          <a:xfrm flipV="1">
            <a:off x="8267400" y="483391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riangolo isoscele 105"/>
          <p:cNvSpPr/>
          <p:nvPr/>
        </p:nvSpPr>
        <p:spPr>
          <a:xfrm rot="5400000" flipH="1" flipV="1">
            <a:off x="8167744" y="477245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5" name="Connettore 2 24"/>
          <p:cNvCxnSpPr/>
          <p:nvPr/>
        </p:nvCxnSpPr>
        <p:spPr>
          <a:xfrm flipH="1">
            <a:off x="5673615" y="4818605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4068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6680131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7180606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6356640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/>
          <p:cNvCxnSpPr>
            <a:stCxn id="5" idx="5"/>
          </p:cNvCxnSpPr>
          <p:nvPr/>
        </p:nvCxnSpPr>
        <p:spPr>
          <a:xfrm flipH="1" flipV="1">
            <a:off x="7325988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arrotondato 9"/>
          <p:cNvSpPr/>
          <p:nvPr/>
        </p:nvSpPr>
        <p:spPr>
          <a:xfrm>
            <a:off x="6517592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sp>
        <p:nvSpPr>
          <p:cNvPr id="11" name="Ovale 10"/>
          <p:cNvSpPr/>
          <p:nvPr/>
        </p:nvSpPr>
        <p:spPr>
          <a:xfrm>
            <a:off x="4381109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2" name="Triangolo isoscele 11"/>
          <p:cNvSpPr/>
          <p:nvPr/>
        </p:nvSpPr>
        <p:spPr>
          <a:xfrm rot="16200000">
            <a:off x="4881584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/>
          <p:cNvSpPr/>
          <p:nvPr/>
        </p:nvSpPr>
        <p:spPr>
          <a:xfrm>
            <a:off x="4057618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/>
          <p:cNvCxnSpPr>
            <a:stCxn id="12" idx="5"/>
          </p:cNvCxnSpPr>
          <p:nvPr/>
        </p:nvCxnSpPr>
        <p:spPr>
          <a:xfrm flipH="1" flipV="1">
            <a:off x="5026966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4218570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</p:spTree>
    <p:extLst>
      <p:ext uri="{BB962C8B-B14F-4D97-AF65-F5344CB8AC3E}">
        <p14:creationId xmlns:p14="http://schemas.microsoft.com/office/powerpoint/2010/main" val="7212902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863</TotalTime>
  <Words>132</Words>
  <Application>Microsoft Office PowerPoint</Application>
  <PresentationFormat>Widescreen</PresentationFormat>
  <Paragraphs>66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Giacomo</dc:creator>
  <cp:lastModifiedBy>Claudia Badalamenti</cp:lastModifiedBy>
  <cp:revision>54</cp:revision>
  <dcterms:created xsi:type="dcterms:W3CDTF">2021-03-22T10:16:42Z</dcterms:created>
  <dcterms:modified xsi:type="dcterms:W3CDTF">2021-06-22T08:22:13Z</dcterms:modified>
</cp:coreProperties>
</file>