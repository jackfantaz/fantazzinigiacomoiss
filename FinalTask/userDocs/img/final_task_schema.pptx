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71" r:id="rId3"/>
    <p:sldId id="266" r:id="rId4"/>
    <p:sldId id="270" r:id="rId5"/>
    <p:sldId id="269" r:id="rId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smtClean="0"/>
              <a:t>Fare clic per modificare lo stile del sottotitolo dello schema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907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367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39908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1771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68405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7060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919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1715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060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3039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029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it-IT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D5996-1787-4713-9AAF-D983FFC67929}" type="datetimeFigureOut">
              <a:rPr lang="it-IT" smtClean="0"/>
              <a:t>22/06/2021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873CD-1CAD-4CFF-A72D-DCAEA5B7BC0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4082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arrotondato 6"/>
          <p:cNvSpPr/>
          <p:nvPr/>
        </p:nvSpPr>
        <p:spPr>
          <a:xfrm>
            <a:off x="5048046" y="4640593"/>
            <a:ext cx="36539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2" name="Rettangolo arrotondato 21"/>
          <p:cNvSpPr/>
          <p:nvPr/>
        </p:nvSpPr>
        <p:spPr>
          <a:xfrm>
            <a:off x="5048046" y="4160387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3" name="Rettangolo arrotondato 22"/>
          <p:cNvSpPr/>
          <p:nvPr/>
        </p:nvSpPr>
        <p:spPr>
          <a:xfrm>
            <a:off x="7085245" y="416337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26" name="Connettore 2 25"/>
          <p:cNvCxnSpPr/>
          <p:nvPr/>
        </p:nvCxnSpPr>
        <p:spPr>
          <a:xfrm flipH="1" flipV="1">
            <a:off x="5850993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ttore 2 51"/>
          <p:cNvCxnSpPr/>
          <p:nvPr/>
        </p:nvCxnSpPr>
        <p:spPr>
          <a:xfrm flipH="1" flipV="1">
            <a:off x="7888192" y="3700018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ttangolo arrotondato 52"/>
          <p:cNvSpPr/>
          <p:nvPr/>
        </p:nvSpPr>
        <p:spPr>
          <a:xfrm>
            <a:off x="3169947" y="3216867"/>
            <a:ext cx="3494890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Rettangolo arrotondato 53"/>
          <p:cNvSpPr/>
          <p:nvPr/>
        </p:nvSpPr>
        <p:spPr>
          <a:xfrm>
            <a:off x="7097753" y="3211550"/>
            <a:ext cx="1924301" cy="47158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 Sensor</a:t>
            </a:r>
          </a:p>
          <a:p>
            <a:pPr algn="ctr"/>
            <a:r>
              <a:rPr lang="it-IT" sz="1400" i="1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interface</a:t>
            </a:r>
            <a:endParaRPr lang="it-IT" sz="1400" i="1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5" name="Rettangolo arrotondato 54"/>
          <p:cNvSpPr/>
          <p:nvPr/>
        </p:nvSpPr>
        <p:spPr>
          <a:xfrm>
            <a:off x="3169947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6" name="Rettangolo arrotondato 55"/>
          <p:cNvSpPr/>
          <p:nvPr/>
        </p:nvSpPr>
        <p:spPr>
          <a:xfrm>
            <a:off x="5089806" y="2736661"/>
            <a:ext cx="157503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 Driver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7" name="Rettangolo arrotondato 56"/>
          <p:cNvSpPr/>
          <p:nvPr/>
        </p:nvSpPr>
        <p:spPr>
          <a:xfrm>
            <a:off x="7097753" y="2731912"/>
            <a:ext cx="192430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Weight Sensor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8" name="Rettangolo 57"/>
          <p:cNvSpPr/>
          <p:nvPr/>
        </p:nvSpPr>
        <p:spPr>
          <a:xfrm>
            <a:off x="5396638" y="2090643"/>
            <a:ext cx="892349" cy="47158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9" name="Ovale 58"/>
          <p:cNvSpPr/>
          <p:nvPr/>
        </p:nvSpPr>
        <p:spPr>
          <a:xfrm>
            <a:off x="5450835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0" name="Ovale 59"/>
          <p:cNvSpPr/>
          <p:nvPr/>
        </p:nvSpPr>
        <p:spPr>
          <a:xfrm>
            <a:off x="5875969" y="2133671"/>
            <a:ext cx="370937" cy="385524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3511287" y="1791504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2" name="Rettangolo 61"/>
          <p:cNvSpPr/>
          <p:nvPr/>
        </p:nvSpPr>
        <p:spPr>
          <a:xfrm>
            <a:off x="3511286" y="1791504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3" name="Rettangolo 62"/>
          <p:cNvSpPr/>
          <p:nvPr/>
        </p:nvSpPr>
        <p:spPr>
          <a:xfrm>
            <a:off x="4258578" y="1854661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4" name="Rettangolo 63"/>
          <p:cNvSpPr/>
          <p:nvPr/>
        </p:nvSpPr>
        <p:spPr>
          <a:xfrm>
            <a:off x="7668982" y="1782878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5" name="Rettangolo 64"/>
          <p:cNvSpPr/>
          <p:nvPr/>
        </p:nvSpPr>
        <p:spPr>
          <a:xfrm>
            <a:off x="7668981" y="1782878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6" name="Rettangolo 65"/>
          <p:cNvSpPr/>
          <p:nvPr/>
        </p:nvSpPr>
        <p:spPr>
          <a:xfrm>
            <a:off x="8416273" y="1846035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67" name="CasellaDiTesto 66"/>
          <p:cNvSpPr txBox="1"/>
          <p:nvPr/>
        </p:nvSpPr>
        <p:spPr>
          <a:xfrm>
            <a:off x="5212671" y="1745828"/>
            <a:ext cx="1260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 smtClean="0">
                <a:latin typeface="Century Schoolbook" panose="02040604050505020304" pitchFamily="18" charset="0"/>
              </a:rPr>
              <a:t>Real device</a:t>
            </a:r>
          </a:p>
        </p:txBody>
      </p:sp>
    </p:spTree>
    <p:extLst>
      <p:ext uri="{BB962C8B-B14F-4D97-AF65-F5344CB8AC3E}">
        <p14:creationId xmlns:p14="http://schemas.microsoft.com/office/powerpoint/2010/main" val="92123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3737252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Thermometer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4450884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3301618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/>
          <p:cNvCxnSpPr>
            <a:stCxn id="5" idx="5"/>
            <a:endCxn id="10" idx="2"/>
          </p:cNvCxnSpPr>
          <p:nvPr/>
        </p:nvCxnSpPr>
        <p:spPr>
          <a:xfrm flipH="1" flipV="1">
            <a:off x="4663797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tangolo arrotondato 13"/>
          <p:cNvSpPr/>
          <p:nvPr/>
        </p:nvSpPr>
        <p:spPr>
          <a:xfrm>
            <a:off x="3737252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Thermometer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7" name="Ovale 16"/>
          <p:cNvSpPr/>
          <p:nvPr/>
        </p:nvSpPr>
        <p:spPr>
          <a:xfrm>
            <a:off x="6769271" y="4002284"/>
            <a:ext cx="1857403" cy="140152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Fan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8" name="Triangolo isoscele 17"/>
          <p:cNvSpPr/>
          <p:nvPr/>
        </p:nvSpPr>
        <p:spPr>
          <a:xfrm rot="16200000">
            <a:off x="7482903" y="3816879"/>
            <a:ext cx="430138" cy="370809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9" name="Rettangolo 18"/>
          <p:cNvSpPr/>
          <p:nvPr/>
        </p:nvSpPr>
        <p:spPr>
          <a:xfrm>
            <a:off x="6333637" y="4583535"/>
            <a:ext cx="714644" cy="3395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1" name="Connettore 2 20"/>
          <p:cNvCxnSpPr>
            <a:stCxn id="18" idx="5"/>
            <a:endCxn id="20" idx="2"/>
          </p:cNvCxnSpPr>
          <p:nvPr/>
        </p:nvCxnSpPr>
        <p:spPr>
          <a:xfrm flipH="1" flipV="1">
            <a:off x="7695816" y="3352877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arrotondato 22"/>
          <p:cNvSpPr/>
          <p:nvPr/>
        </p:nvSpPr>
        <p:spPr>
          <a:xfrm>
            <a:off x="6769271" y="2881297"/>
            <a:ext cx="1853089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Mock Fan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4217623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24"/>
          <p:cNvSpPr/>
          <p:nvPr/>
        </p:nvSpPr>
        <p:spPr>
          <a:xfrm>
            <a:off x="4217622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6" name="Rettangolo 25"/>
          <p:cNvSpPr/>
          <p:nvPr/>
        </p:nvSpPr>
        <p:spPr>
          <a:xfrm>
            <a:off x="4964914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7" name="Rettangolo 26"/>
          <p:cNvSpPr/>
          <p:nvPr/>
        </p:nvSpPr>
        <p:spPr>
          <a:xfrm>
            <a:off x="7182234" y="1934945"/>
            <a:ext cx="892349" cy="7707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 smtClean="0">
              <a:solidFill>
                <a:schemeClr val="tx1"/>
              </a:solidFill>
              <a:latin typeface="Century Schoolbook" panose="02040604050505020304" pitchFamily="18" charset="0"/>
            </a:endParaRP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GUI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8" name="Rettangolo 27"/>
          <p:cNvSpPr/>
          <p:nvPr/>
        </p:nvSpPr>
        <p:spPr>
          <a:xfrm>
            <a:off x="7182233" y="1934945"/>
            <a:ext cx="892349" cy="23628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7929525" y="1998102"/>
            <a:ext cx="96705" cy="10997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570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e 3"/>
          <p:cNvSpPr/>
          <p:nvPr/>
        </p:nvSpPr>
        <p:spPr>
          <a:xfrm>
            <a:off x="6680131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Weight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Triangolo isoscele 4"/>
          <p:cNvSpPr/>
          <p:nvPr/>
        </p:nvSpPr>
        <p:spPr>
          <a:xfrm rot="16200000">
            <a:off x="7180606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/>
          <p:cNvSpPr/>
          <p:nvPr/>
        </p:nvSpPr>
        <p:spPr>
          <a:xfrm>
            <a:off x="6356640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8" name="Connettore 2 7"/>
          <p:cNvCxnSpPr>
            <a:stCxn id="5" idx="5"/>
          </p:cNvCxnSpPr>
          <p:nvPr/>
        </p:nvCxnSpPr>
        <p:spPr>
          <a:xfrm flipH="1" flipV="1">
            <a:off x="7325988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tangolo arrotondato 9"/>
          <p:cNvSpPr/>
          <p:nvPr/>
        </p:nvSpPr>
        <p:spPr>
          <a:xfrm>
            <a:off x="6517592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Weight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1" name="Ovale 10"/>
          <p:cNvSpPr/>
          <p:nvPr/>
        </p:nvSpPr>
        <p:spPr>
          <a:xfrm>
            <a:off x="4381109" y="3436921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Sonar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Actor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2" name="Triangolo isoscele 11"/>
          <p:cNvSpPr/>
          <p:nvPr/>
        </p:nvSpPr>
        <p:spPr>
          <a:xfrm rot="16200000">
            <a:off x="4881584" y="3315521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12"/>
          <p:cNvSpPr/>
          <p:nvPr/>
        </p:nvSpPr>
        <p:spPr>
          <a:xfrm>
            <a:off x="4057618" y="3811139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/>
          <p:cNvCxnSpPr>
            <a:stCxn id="12" idx="5"/>
          </p:cNvCxnSpPr>
          <p:nvPr/>
        </p:nvCxnSpPr>
        <p:spPr>
          <a:xfrm flipH="1" flipV="1">
            <a:off x="5026966" y="2909763"/>
            <a:ext cx="5448" cy="46036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ttangolo arrotondato 15"/>
          <p:cNvSpPr/>
          <p:nvPr/>
        </p:nvSpPr>
        <p:spPr>
          <a:xfrm>
            <a:off x="4218570" y="2438183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Presence Sonar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290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Ovale 80"/>
          <p:cNvSpPr/>
          <p:nvPr/>
        </p:nvSpPr>
        <p:spPr>
          <a:xfrm>
            <a:off x="2223628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Business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Logic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2" name="Triangolo isoscele 81"/>
          <p:cNvSpPr/>
          <p:nvPr/>
        </p:nvSpPr>
        <p:spPr>
          <a:xfrm rot="16200000">
            <a:off x="2724103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3" name="Rettangolo 82"/>
          <p:cNvSpPr/>
          <p:nvPr/>
        </p:nvSpPr>
        <p:spPr>
          <a:xfrm>
            <a:off x="1900137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4" name="Ovale 83"/>
          <p:cNvSpPr/>
          <p:nvPr/>
        </p:nvSpPr>
        <p:spPr>
          <a:xfrm>
            <a:off x="4371007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Robot Proxy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5" name="Triangolo isoscele 84"/>
          <p:cNvSpPr/>
          <p:nvPr/>
        </p:nvSpPr>
        <p:spPr>
          <a:xfrm rot="16200000">
            <a:off x="4871482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6" name="Ovale 85"/>
          <p:cNvSpPr/>
          <p:nvPr/>
        </p:nvSpPr>
        <p:spPr>
          <a:xfrm>
            <a:off x="2220389" y="1632384"/>
            <a:ext cx="1302611" cy="98289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Planner Util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7" name="Connettore 2 86"/>
          <p:cNvCxnSpPr/>
          <p:nvPr/>
        </p:nvCxnSpPr>
        <p:spPr>
          <a:xfrm flipH="1" flipV="1">
            <a:off x="2873853" y="3629746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ttangolo arrotondato 87"/>
          <p:cNvSpPr/>
          <p:nvPr/>
        </p:nvSpPr>
        <p:spPr>
          <a:xfrm>
            <a:off x="2065457" y="3157761"/>
            <a:ext cx="1616791" cy="4715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Directional Planner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89" name="Connettore 2 88"/>
          <p:cNvCxnSpPr/>
          <p:nvPr/>
        </p:nvCxnSpPr>
        <p:spPr>
          <a:xfrm flipH="1" flipV="1">
            <a:off x="2871695" y="2615484"/>
            <a:ext cx="2157" cy="5418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ttore 2 94"/>
          <p:cNvCxnSpPr/>
          <p:nvPr/>
        </p:nvCxnSpPr>
        <p:spPr>
          <a:xfrm>
            <a:off x="3526239" y="4647909"/>
            <a:ext cx="844768" cy="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ttore 2 95"/>
          <p:cNvCxnSpPr/>
          <p:nvPr/>
        </p:nvCxnSpPr>
        <p:spPr>
          <a:xfrm flipH="1">
            <a:off x="3523000" y="4820428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e 96"/>
          <p:cNvSpPr/>
          <p:nvPr/>
        </p:nvSpPr>
        <p:spPr>
          <a:xfrm>
            <a:off x="6841875" y="4242720"/>
            <a:ext cx="1302611" cy="982897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Basic Step Robot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8" name="Triangolo isoscele 97"/>
          <p:cNvSpPr/>
          <p:nvPr/>
        </p:nvSpPr>
        <p:spPr>
          <a:xfrm rot="16200000">
            <a:off x="7342350" y="4121320"/>
            <a:ext cx="301659" cy="260051"/>
          </a:xfrm>
          <a:prstGeom prst="triangl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9" name="Rettangolo 98"/>
          <p:cNvSpPr/>
          <p:nvPr/>
        </p:nvSpPr>
        <p:spPr>
          <a:xfrm>
            <a:off x="6518384" y="4616938"/>
            <a:ext cx="501185" cy="23810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0" name="Connettore 2 99"/>
          <p:cNvCxnSpPr/>
          <p:nvPr/>
        </p:nvCxnSpPr>
        <p:spPr>
          <a:xfrm>
            <a:off x="5673617" y="4647907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Ovale 100"/>
          <p:cNvSpPr/>
          <p:nvPr/>
        </p:nvSpPr>
        <p:spPr>
          <a:xfrm>
            <a:off x="8989252" y="4242720"/>
            <a:ext cx="1302611" cy="982897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WEnv</a:t>
            </a:r>
            <a:endParaRPr lang="it-IT" sz="1400" dirty="0">
              <a:solidFill>
                <a:schemeClr val="tx1"/>
              </a:solidFill>
              <a:latin typeface="Century Schoolbook" panose="02040604050505020304" pitchFamily="18" charset="0"/>
            </a:endParaRPr>
          </a:p>
        </p:txBody>
      </p:sp>
      <p:sp>
        <p:nvSpPr>
          <p:cNvPr id="102" name="Triangolo isoscele 101"/>
          <p:cNvSpPr/>
          <p:nvPr/>
        </p:nvSpPr>
        <p:spPr>
          <a:xfrm rot="16200000">
            <a:off x="9489727" y="4121320"/>
            <a:ext cx="301659" cy="260051"/>
          </a:xfrm>
          <a:prstGeom prst="triangle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3" name="Connettore 2 102"/>
          <p:cNvCxnSpPr/>
          <p:nvPr/>
        </p:nvCxnSpPr>
        <p:spPr>
          <a:xfrm flipV="1">
            <a:off x="8144484" y="4634422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riangolo isoscele 103"/>
          <p:cNvSpPr/>
          <p:nvPr/>
        </p:nvSpPr>
        <p:spPr>
          <a:xfrm rot="16200000" flipV="1">
            <a:off x="8856502" y="457296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05" name="Connettore 2 104"/>
          <p:cNvCxnSpPr/>
          <p:nvPr/>
        </p:nvCxnSpPr>
        <p:spPr>
          <a:xfrm flipV="1">
            <a:off x="8267400" y="4833910"/>
            <a:ext cx="721852" cy="2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riangolo isoscele 105"/>
          <p:cNvSpPr/>
          <p:nvPr/>
        </p:nvSpPr>
        <p:spPr>
          <a:xfrm rot="5400000" flipH="1" flipV="1">
            <a:off x="8167744" y="4772454"/>
            <a:ext cx="142583" cy="122916"/>
          </a:xfrm>
          <a:prstGeom prst="triangl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5" name="Connettore 2 24"/>
          <p:cNvCxnSpPr/>
          <p:nvPr/>
        </p:nvCxnSpPr>
        <p:spPr>
          <a:xfrm flipH="1">
            <a:off x="5673615" y="4818605"/>
            <a:ext cx="844768" cy="1823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924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Connettore 4 55"/>
          <p:cNvCxnSpPr/>
          <p:nvPr/>
        </p:nvCxnSpPr>
        <p:spPr>
          <a:xfrm rot="10800000">
            <a:off x="6367683" y="2206509"/>
            <a:ext cx="1810597" cy="224413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ttore 4 132"/>
          <p:cNvCxnSpPr/>
          <p:nvPr/>
        </p:nvCxnSpPr>
        <p:spPr>
          <a:xfrm flipV="1">
            <a:off x="3735784" y="2206508"/>
            <a:ext cx="1810599" cy="749213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ttangolo arrotondato 3"/>
          <p:cNvSpPr/>
          <p:nvPr/>
        </p:nvSpPr>
        <p:spPr>
          <a:xfrm>
            <a:off x="2498048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acceptIN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notice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" name="Rettangolo arrotondato 4"/>
          <p:cNvSpPr/>
          <p:nvPr/>
        </p:nvSpPr>
        <p:spPr>
          <a:xfrm>
            <a:off x="2498046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informIN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SLOTNUM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498048" y="348296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INDOOR</a:t>
            </a:r>
          </a:p>
        </p:txBody>
      </p:sp>
      <p:sp>
        <p:nvSpPr>
          <p:cNvPr id="16" name="Rettangolo arrotondato 15"/>
          <p:cNvSpPr/>
          <p:nvPr/>
        </p:nvSpPr>
        <p:spPr>
          <a:xfrm>
            <a:off x="2498048" y="423175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receipt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TOKENID</a:t>
            </a:r>
          </a:p>
        </p:txBody>
      </p:sp>
      <p:sp>
        <p:nvSpPr>
          <p:cNvPr id="17" name="Rettangolo arrotondato 16"/>
          <p:cNvSpPr/>
          <p:nvPr/>
        </p:nvSpPr>
        <p:spPr>
          <a:xfrm>
            <a:off x="2498048" y="4977891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moveToSlotIn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</a:p>
        </p:txBody>
      </p:sp>
      <p:sp>
        <p:nvSpPr>
          <p:cNvPr id="19" name="Rettangolo arrotondato 18"/>
          <p:cNvSpPr/>
          <p:nvPr/>
        </p:nvSpPr>
        <p:spPr>
          <a:xfrm>
            <a:off x="7771865" y="1775042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acceptOUT</a:t>
            </a:r>
          </a:p>
          <a:p>
            <a:pPr algn="ctr"/>
            <a:r>
              <a:rPr lang="it-IT" sz="1400" dirty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send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notice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1" name="Rettangolo arrotondato 20"/>
          <p:cNvSpPr/>
          <p:nvPr/>
        </p:nvSpPr>
        <p:spPr>
          <a:xfrm>
            <a:off x="5134955" y="1766077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moveToHome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 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HOME</a:t>
            </a:r>
          </a:p>
        </p:txBody>
      </p:sp>
      <p:sp>
        <p:nvSpPr>
          <p:cNvPr id="22" name="Rettangolo arrotondato 21"/>
          <p:cNvSpPr/>
          <p:nvPr/>
        </p:nvSpPr>
        <p:spPr>
          <a:xfrm>
            <a:off x="7771864" y="2735505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findSlot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CARSLOTNUM</a:t>
            </a:r>
          </a:p>
        </p:txBody>
      </p:sp>
      <p:sp>
        <p:nvSpPr>
          <p:cNvPr id="23" name="Rettangolo arrotondato 22"/>
          <p:cNvSpPr/>
          <p:nvPr/>
        </p:nvSpPr>
        <p:spPr>
          <a:xfrm>
            <a:off x="7771864" y="3484293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moveToSlotOut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SLOT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25" name="Rettangolo arrotondato 24"/>
          <p:cNvSpPr/>
          <p:nvPr/>
        </p:nvSpPr>
        <p:spPr>
          <a:xfrm>
            <a:off x="7771863" y="4230429"/>
            <a:ext cx="1652621" cy="44043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moveToOut</a:t>
            </a:r>
          </a:p>
          <a:p>
            <a:pPr algn="ctr"/>
            <a:r>
              <a:rPr lang="it-IT" sz="1400" dirty="0" smtClean="0">
                <a:solidFill>
                  <a:schemeClr val="tx1"/>
                </a:solidFill>
                <a:latin typeface="Century Schoolbook" panose="02040604050505020304" pitchFamily="18" charset="0"/>
              </a:rPr>
              <a:t>/</a:t>
            </a:r>
            <a:r>
              <a:rPr lang="it-IT" sz="1400" dirty="0" smtClean="0">
                <a:solidFill>
                  <a:schemeClr val="accent2">
                    <a:lumMod val="75000"/>
                  </a:schemeClr>
                </a:solidFill>
                <a:latin typeface="Century Schoolbook" panose="02040604050505020304" pitchFamily="18" charset="0"/>
              </a:rPr>
              <a:t>goto OUTDOOR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cxnSp>
        <p:nvCxnSpPr>
          <p:cNvPr id="115" name="Connettore 4 114"/>
          <p:cNvCxnSpPr>
            <a:stCxn id="17" idx="3"/>
            <a:endCxn id="21" idx="2"/>
          </p:cNvCxnSpPr>
          <p:nvPr/>
        </p:nvCxnSpPr>
        <p:spPr>
          <a:xfrm flipV="1">
            <a:off x="4150669" y="2206508"/>
            <a:ext cx="1810597" cy="29915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ttore 2 136"/>
          <p:cNvCxnSpPr>
            <a:stCxn id="19" idx="2"/>
            <a:endCxn id="22" idx="0"/>
          </p:cNvCxnSpPr>
          <p:nvPr/>
        </p:nvCxnSpPr>
        <p:spPr>
          <a:xfrm flipH="1">
            <a:off x="8598175" y="2215473"/>
            <a:ext cx="1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ttore 2 139"/>
          <p:cNvCxnSpPr>
            <a:stCxn id="22" idx="2"/>
            <a:endCxn id="23" idx="0"/>
          </p:cNvCxnSpPr>
          <p:nvPr/>
        </p:nvCxnSpPr>
        <p:spPr>
          <a:xfrm>
            <a:off x="8598175" y="3175936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ttore 2 142"/>
          <p:cNvCxnSpPr>
            <a:stCxn id="23" idx="2"/>
            <a:endCxn id="25" idx="0"/>
          </p:cNvCxnSpPr>
          <p:nvPr/>
        </p:nvCxnSpPr>
        <p:spPr>
          <a:xfrm flipH="1">
            <a:off x="8598174" y="3924724"/>
            <a:ext cx="1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ttore 2 145"/>
          <p:cNvCxnSpPr>
            <a:stCxn id="4" idx="2"/>
            <a:endCxn id="5" idx="0"/>
          </p:cNvCxnSpPr>
          <p:nvPr/>
        </p:nvCxnSpPr>
        <p:spPr>
          <a:xfrm flipH="1">
            <a:off x="3324357" y="2215473"/>
            <a:ext cx="2" cy="5200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ttore 2 148"/>
          <p:cNvCxnSpPr>
            <a:stCxn id="5" idx="2"/>
            <a:endCxn id="15" idx="0"/>
          </p:cNvCxnSpPr>
          <p:nvPr/>
        </p:nvCxnSpPr>
        <p:spPr>
          <a:xfrm>
            <a:off x="3324357" y="3175936"/>
            <a:ext cx="2" cy="3070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Connettore 2 151"/>
          <p:cNvCxnSpPr>
            <a:stCxn id="15" idx="2"/>
            <a:endCxn id="16" idx="0"/>
          </p:cNvCxnSpPr>
          <p:nvPr/>
        </p:nvCxnSpPr>
        <p:spPr>
          <a:xfrm>
            <a:off x="3324359" y="3923398"/>
            <a:ext cx="0" cy="3083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ttore 2 154"/>
          <p:cNvCxnSpPr>
            <a:stCxn id="16" idx="2"/>
            <a:endCxn id="17" idx="0"/>
          </p:cNvCxnSpPr>
          <p:nvPr/>
        </p:nvCxnSpPr>
        <p:spPr>
          <a:xfrm>
            <a:off x="3324359" y="4672186"/>
            <a:ext cx="0" cy="3057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/>
          <p:cNvSpPr txBox="1"/>
          <p:nvPr/>
        </p:nvSpPr>
        <p:spPr>
          <a:xfrm>
            <a:off x="1975911" y="3167783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SLOTNUM&gt;0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1" name="CasellaDiTesto 30"/>
          <p:cNvSpPr txBox="1"/>
          <p:nvPr/>
        </p:nvSpPr>
        <p:spPr>
          <a:xfrm>
            <a:off x="4148563" y="264693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SLOTNUM=0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39" name="CasellaDiTesto 38"/>
          <p:cNvSpPr txBox="1"/>
          <p:nvPr/>
        </p:nvSpPr>
        <p:spPr>
          <a:xfrm>
            <a:off x="1552667" y="2216461"/>
            <a:ext cx="1749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slot available</a:t>
            </a:r>
          </a:p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INDOOR-area free</a:t>
            </a:r>
          </a:p>
        </p:txBody>
      </p:sp>
      <p:sp>
        <p:nvSpPr>
          <p:cNvPr id="40" name="CasellaDiTesto 39"/>
          <p:cNvSpPr txBox="1"/>
          <p:nvPr/>
        </p:nvSpPr>
        <p:spPr>
          <a:xfrm>
            <a:off x="6162958" y="1444730"/>
            <a:ext cx="2345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exit request w/ TOKENID</a:t>
            </a:r>
          </a:p>
        </p:txBody>
      </p:sp>
      <p:sp>
        <p:nvSpPr>
          <p:cNvPr id="84" name="CasellaDiTesto 83"/>
          <p:cNvSpPr txBox="1"/>
          <p:nvPr/>
        </p:nvSpPr>
        <p:spPr>
          <a:xfrm>
            <a:off x="2231240" y="3930805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6" name="CasellaDiTesto 85"/>
          <p:cNvSpPr txBox="1"/>
          <p:nvPr/>
        </p:nvSpPr>
        <p:spPr>
          <a:xfrm>
            <a:off x="2231240" y="466535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7" name="CasellaDiTesto 86"/>
          <p:cNvSpPr txBox="1"/>
          <p:nvPr/>
        </p:nvSpPr>
        <p:spPr>
          <a:xfrm>
            <a:off x="4167608" y="4890329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88" name="CasellaDiTesto 87"/>
          <p:cNvSpPr txBox="1"/>
          <p:nvPr/>
        </p:nvSpPr>
        <p:spPr>
          <a:xfrm>
            <a:off x="8618562" y="3180429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400" dirty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ε</a:t>
            </a:r>
            <a:endParaRPr lang="it-IT" sz="1400" dirty="0" smtClean="0">
              <a:solidFill>
                <a:schemeClr val="accent1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5" name="CasellaDiTesto 94"/>
          <p:cNvSpPr txBox="1"/>
          <p:nvPr/>
        </p:nvSpPr>
        <p:spPr>
          <a:xfrm>
            <a:off x="8618562" y="3930804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96" name="CasellaDiTesto 95"/>
          <p:cNvSpPr txBox="1"/>
          <p:nvPr/>
        </p:nvSpPr>
        <p:spPr>
          <a:xfrm>
            <a:off x="6696974" y="4146183"/>
            <a:ext cx="1072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when done</a:t>
            </a:r>
            <a:endParaRPr lang="it-IT" sz="1400" dirty="0">
              <a:solidFill>
                <a:schemeClr val="accent2">
                  <a:lumMod val="75000"/>
                </a:schemeClr>
              </a:solidFill>
              <a:latin typeface="Century Schoolbook" panose="02040604050505020304" pitchFamily="18" charset="0"/>
            </a:endParaRPr>
          </a:p>
        </p:txBody>
      </p:sp>
      <p:sp>
        <p:nvSpPr>
          <p:cNvPr id="54" name="CasellaDiTesto 53"/>
          <p:cNvSpPr txBox="1"/>
          <p:nvPr/>
        </p:nvSpPr>
        <p:spPr>
          <a:xfrm>
            <a:off x="3989620" y="1439678"/>
            <a:ext cx="12955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enter request</a:t>
            </a:r>
          </a:p>
        </p:txBody>
      </p:sp>
      <p:sp>
        <p:nvSpPr>
          <p:cNvPr id="55" name="CasellaDiTesto 54"/>
          <p:cNvSpPr txBox="1"/>
          <p:nvPr/>
        </p:nvSpPr>
        <p:spPr>
          <a:xfrm>
            <a:off x="8618562" y="2324545"/>
            <a:ext cx="193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OUTDOOR-area free</a:t>
            </a:r>
          </a:p>
        </p:txBody>
      </p:sp>
      <p:cxnSp>
        <p:nvCxnSpPr>
          <p:cNvPr id="68" name="Connettore 2 67"/>
          <p:cNvCxnSpPr/>
          <p:nvPr/>
        </p:nvCxnSpPr>
        <p:spPr>
          <a:xfrm flipH="1">
            <a:off x="4150669" y="185928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ttore 2 71"/>
          <p:cNvCxnSpPr/>
          <p:nvPr/>
        </p:nvCxnSpPr>
        <p:spPr>
          <a:xfrm flipV="1">
            <a:off x="4150669" y="2113298"/>
            <a:ext cx="984286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asellaDiTesto 75"/>
          <p:cNvSpPr txBox="1"/>
          <p:nvPr/>
        </p:nvSpPr>
        <p:spPr>
          <a:xfrm>
            <a:off x="4133730" y="2094686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  <p:cxnSp>
        <p:nvCxnSpPr>
          <p:cNvPr id="77" name="Connettore 2 76"/>
          <p:cNvCxnSpPr/>
          <p:nvPr/>
        </p:nvCxnSpPr>
        <p:spPr>
          <a:xfrm flipH="1" flipV="1">
            <a:off x="6787576" y="211329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ttore 2 80"/>
          <p:cNvCxnSpPr/>
          <p:nvPr/>
        </p:nvCxnSpPr>
        <p:spPr>
          <a:xfrm>
            <a:off x="6787576" y="1859288"/>
            <a:ext cx="984289" cy="89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asellaDiTesto 84"/>
          <p:cNvSpPr txBox="1"/>
          <p:nvPr/>
        </p:nvSpPr>
        <p:spPr>
          <a:xfrm>
            <a:off x="7266040" y="2111831"/>
            <a:ext cx="503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smtClean="0">
                <a:solidFill>
                  <a:schemeClr val="accent1">
                    <a:lumMod val="75000"/>
                  </a:schemeClr>
                </a:solidFill>
                <a:latin typeface="Century Schoolbook" panose="02040604050505020304" pitchFamily="18" charset="0"/>
              </a:rPr>
              <a:t>else</a:t>
            </a:r>
          </a:p>
        </p:txBody>
      </p:sp>
    </p:spTree>
    <p:extLst>
      <p:ext uri="{BB962C8B-B14F-4D97-AF65-F5344CB8AC3E}">
        <p14:creationId xmlns:p14="http://schemas.microsoft.com/office/powerpoint/2010/main" val="2247136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118</Words>
  <Application>Microsoft Office PowerPoint</Application>
  <PresentationFormat>Widescreen</PresentationFormat>
  <Paragraphs>74</Paragraphs>
  <Slides>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Century Schoolbook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Giacomo</dc:creator>
  <cp:lastModifiedBy>Giacomo</cp:lastModifiedBy>
  <cp:revision>75</cp:revision>
  <dcterms:created xsi:type="dcterms:W3CDTF">2021-03-22T10:16:42Z</dcterms:created>
  <dcterms:modified xsi:type="dcterms:W3CDTF">2021-06-22T08:41:13Z</dcterms:modified>
</cp:coreProperties>
</file>