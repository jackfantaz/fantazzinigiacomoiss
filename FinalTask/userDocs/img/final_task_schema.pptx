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1" r:id="rId2"/>
    <p:sldId id="262" r:id="rId3"/>
    <p:sldId id="271" r:id="rId4"/>
    <p:sldId id="265" r:id="rId5"/>
    <p:sldId id="266" r:id="rId6"/>
    <p:sldId id="263" r:id="rId7"/>
    <p:sldId id="267" r:id="rId8"/>
    <p:sldId id="268" r:id="rId9"/>
    <p:sldId id="269" r:id="rId10"/>
    <p:sldId id="270" r:id="rId11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89" d="100"/>
          <a:sy n="89" d="100"/>
        </p:scale>
        <p:origin x="466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 smtClean="0"/>
              <a:t>Fare clic per modificare lo stile del titolo</a:t>
            </a:r>
            <a:endParaRPr lang="it-IT"/>
          </a:p>
        </p:txBody>
      </p:sp>
      <p:sp>
        <p:nvSpPr>
          <p:cNvPr id="3" name="Sottotito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 smtClean="0"/>
              <a:t>Fare clic per modificare lo stile del sottotitolo dello schema</a:t>
            </a:r>
            <a:endParaRPr lang="it-IT"/>
          </a:p>
        </p:txBody>
      </p:sp>
      <p:sp>
        <p:nvSpPr>
          <p:cNvPr id="4" name="Segnaposto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4D5996-1787-4713-9AAF-D983FFC67929}" type="datetimeFigureOut">
              <a:rPr lang="it-IT" smtClean="0"/>
              <a:t>22/06/2021</a:t>
            </a:fld>
            <a:endParaRPr lang="it-IT"/>
          </a:p>
        </p:txBody>
      </p:sp>
      <p:sp>
        <p:nvSpPr>
          <p:cNvPr id="5" name="Segnaposto piè di pa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6873CD-1CAD-4CFF-A72D-DCAEA5B7BC0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879070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smtClean="0"/>
              <a:t>Fare clic per modificare lo stile del titolo</a:t>
            </a:r>
            <a:endParaRPr lang="it-IT"/>
          </a:p>
        </p:txBody>
      </p:sp>
      <p:sp>
        <p:nvSpPr>
          <p:cNvPr id="3" name="Segnaposto contenut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 smtClean="0"/>
              <a:t>Modifica gli stili del testo dello schema</a:t>
            </a:r>
          </a:p>
          <a:p>
            <a:pPr lvl="1"/>
            <a:r>
              <a:rPr lang="it-IT" smtClean="0"/>
              <a:t>Secondo livello</a:t>
            </a:r>
          </a:p>
          <a:p>
            <a:pPr lvl="2"/>
            <a:r>
              <a:rPr lang="it-IT" smtClean="0"/>
              <a:t>Terzo livello</a:t>
            </a:r>
          </a:p>
          <a:p>
            <a:pPr lvl="3"/>
            <a:r>
              <a:rPr lang="it-IT" smtClean="0"/>
              <a:t>Quarto livello</a:t>
            </a:r>
          </a:p>
          <a:p>
            <a:pPr lvl="4"/>
            <a:r>
              <a:rPr lang="it-IT" smtClean="0"/>
              <a:t>Quinto livello</a:t>
            </a:r>
            <a:endParaRPr lang="it-IT"/>
          </a:p>
        </p:txBody>
      </p:sp>
      <p:sp>
        <p:nvSpPr>
          <p:cNvPr id="4" name="Segnaposto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4D5996-1787-4713-9AAF-D983FFC67929}" type="datetimeFigureOut">
              <a:rPr lang="it-IT" smtClean="0"/>
              <a:t>22/06/2021</a:t>
            </a:fld>
            <a:endParaRPr lang="it-IT"/>
          </a:p>
        </p:txBody>
      </p:sp>
      <p:sp>
        <p:nvSpPr>
          <p:cNvPr id="5" name="Segnaposto piè di pa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6873CD-1CAD-4CFF-A72D-DCAEA5B7BC0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2036765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it-IT" smtClean="0"/>
              <a:t>Fare clic per modificare lo stile del titolo</a:t>
            </a:r>
            <a:endParaRPr lang="it-IT"/>
          </a:p>
        </p:txBody>
      </p:sp>
      <p:sp>
        <p:nvSpPr>
          <p:cNvPr id="3" name="Segnaposto testo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 smtClean="0"/>
              <a:t>Modifica gli stili del testo dello schema</a:t>
            </a:r>
          </a:p>
        </p:txBody>
      </p:sp>
      <p:sp>
        <p:nvSpPr>
          <p:cNvPr id="4" name="Segnaposto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4D5996-1787-4713-9AAF-D983FFC67929}" type="datetimeFigureOut">
              <a:rPr lang="it-IT" smtClean="0"/>
              <a:t>22/06/2021</a:t>
            </a:fld>
            <a:endParaRPr lang="it-IT"/>
          </a:p>
        </p:txBody>
      </p:sp>
      <p:sp>
        <p:nvSpPr>
          <p:cNvPr id="5" name="Segnaposto piè di pa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6873CD-1CAD-4CFF-A72D-DCAEA5B7BC0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63990827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smtClean="0"/>
              <a:t>Fare clic per modificare lo stile del titolo</a:t>
            </a:r>
            <a:endParaRPr lang="it-IT"/>
          </a:p>
        </p:txBody>
      </p:sp>
      <p:sp>
        <p:nvSpPr>
          <p:cNvPr id="3" name="Segnaposto contenut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 smtClean="0"/>
              <a:t>Modifica gli stili del testo dello schema</a:t>
            </a:r>
          </a:p>
          <a:p>
            <a:pPr lvl="1"/>
            <a:r>
              <a:rPr lang="it-IT" smtClean="0"/>
              <a:t>Secondo livello</a:t>
            </a:r>
          </a:p>
          <a:p>
            <a:pPr lvl="2"/>
            <a:r>
              <a:rPr lang="it-IT" smtClean="0"/>
              <a:t>Terzo livello</a:t>
            </a:r>
          </a:p>
          <a:p>
            <a:pPr lvl="3"/>
            <a:r>
              <a:rPr lang="it-IT" smtClean="0"/>
              <a:t>Quarto livello</a:t>
            </a:r>
          </a:p>
          <a:p>
            <a:pPr lvl="4"/>
            <a:r>
              <a:rPr lang="it-IT" smtClean="0"/>
              <a:t>Quinto livello</a:t>
            </a:r>
            <a:endParaRPr lang="it-IT"/>
          </a:p>
        </p:txBody>
      </p:sp>
      <p:sp>
        <p:nvSpPr>
          <p:cNvPr id="4" name="Segnaposto contenut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 smtClean="0"/>
              <a:t>Modifica gli stili del testo dello schema</a:t>
            </a:r>
          </a:p>
          <a:p>
            <a:pPr lvl="1"/>
            <a:r>
              <a:rPr lang="it-IT" smtClean="0"/>
              <a:t>Secondo livello</a:t>
            </a:r>
          </a:p>
          <a:p>
            <a:pPr lvl="2"/>
            <a:r>
              <a:rPr lang="it-IT" smtClean="0"/>
              <a:t>Terzo livello</a:t>
            </a:r>
          </a:p>
          <a:p>
            <a:pPr lvl="3"/>
            <a:r>
              <a:rPr lang="it-IT" smtClean="0"/>
              <a:t>Quarto livello</a:t>
            </a:r>
          </a:p>
          <a:p>
            <a:pPr lvl="4"/>
            <a:r>
              <a:rPr lang="it-IT" smtClean="0"/>
              <a:t>Quinto livello</a:t>
            </a:r>
            <a:endParaRPr lang="it-IT"/>
          </a:p>
        </p:txBody>
      </p:sp>
      <p:sp>
        <p:nvSpPr>
          <p:cNvPr id="5" name="Segnaposto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4D5996-1787-4713-9AAF-D983FFC67929}" type="datetimeFigureOut">
              <a:rPr lang="it-IT" smtClean="0"/>
              <a:t>22/06/2021</a:t>
            </a:fld>
            <a:endParaRPr lang="it-IT"/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6873CD-1CAD-4CFF-A72D-DCAEA5B7BC0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3817715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it-IT" smtClean="0"/>
              <a:t>Fare clic per modificare lo stile del titolo</a:t>
            </a:r>
            <a:endParaRPr lang="it-IT"/>
          </a:p>
        </p:txBody>
      </p:sp>
      <p:sp>
        <p:nvSpPr>
          <p:cNvPr id="3" name="Segnaposto tes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 smtClean="0"/>
              <a:t>Modifica gli stili del testo dello schema</a:t>
            </a:r>
          </a:p>
        </p:txBody>
      </p:sp>
      <p:sp>
        <p:nvSpPr>
          <p:cNvPr id="4" name="Segnaposto contenut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it-IT" smtClean="0"/>
              <a:t>Modifica gli stili del testo dello schema</a:t>
            </a:r>
          </a:p>
          <a:p>
            <a:pPr lvl="1"/>
            <a:r>
              <a:rPr lang="it-IT" smtClean="0"/>
              <a:t>Secondo livello</a:t>
            </a:r>
          </a:p>
          <a:p>
            <a:pPr lvl="2"/>
            <a:r>
              <a:rPr lang="it-IT" smtClean="0"/>
              <a:t>Terzo livello</a:t>
            </a:r>
          </a:p>
          <a:p>
            <a:pPr lvl="3"/>
            <a:r>
              <a:rPr lang="it-IT" smtClean="0"/>
              <a:t>Quarto livello</a:t>
            </a:r>
          </a:p>
          <a:p>
            <a:pPr lvl="4"/>
            <a:r>
              <a:rPr lang="it-IT" smtClean="0"/>
              <a:t>Quinto livello</a:t>
            </a:r>
            <a:endParaRPr lang="it-IT"/>
          </a:p>
        </p:txBody>
      </p:sp>
      <p:sp>
        <p:nvSpPr>
          <p:cNvPr id="5" name="Segnaposto tes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 smtClean="0"/>
              <a:t>Modifica gli stili del testo dello schema</a:t>
            </a:r>
          </a:p>
        </p:txBody>
      </p:sp>
      <p:sp>
        <p:nvSpPr>
          <p:cNvPr id="6" name="Segnaposto contenut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 smtClean="0"/>
              <a:t>Modifica gli stili del testo dello schema</a:t>
            </a:r>
          </a:p>
          <a:p>
            <a:pPr lvl="1"/>
            <a:r>
              <a:rPr lang="it-IT" smtClean="0"/>
              <a:t>Secondo livello</a:t>
            </a:r>
          </a:p>
          <a:p>
            <a:pPr lvl="2"/>
            <a:r>
              <a:rPr lang="it-IT" smtClean="0"/>
              <a:t>Terzo livello</a:t>
            </a:r>
          </a:p>
          <a:p>
            <a:pPr lvl="3"/>
            <a:r>
              <a:rPr lang="it-IT" smtClean="0"/>
              <a:t>Quarto livello</a:t>
            </a:r>
          </a:p>
          <a:p>
            <a:pPr lvl="4"/>
            <a:r>
              <a:rPr lang="it-IT" smtClean="0"/>
              <a:t>Quinto livello</a:t>
            </a:r>
            <a:endParaRPr lang="it-IT"/>
          </a:p>
        </p:txBody>
      </p:sp>
      <p:sp>
        <p:nvSpPr>
          <p:cNvPr id="7" name="Segnaposto dat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4D5996-1787-4713-9AAF-D983FFC67929}" type="datetimeFigureOut">
              <a:rPr lang="it-IT" smtClean="0"/>
              <a:t>22/06/2021</a:t>
            </a:fld>
            <a:endParaRPr lang="it-IT"/>
          </a:p>
        </p:txBody>
      </p:sp>
      <p:sp>
        <p:nvSpPr>
          <p:cNvPr id="8" name="Segnaposto piè di pagina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egnaposto numero diapositiva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6873CD-1CAD-4CFF-A72D-DCAEA5B7BC0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2684053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smtClean="0"/>
              <a:t>Fare clic per modificare lo stile del titolo</a:t>
            </a:r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4D5996-1787-4713-9AAF-D983FFC67929}" type="datetimeFigureOut">
              <a:rPr lang="it-IT" smtClean="0"/>
              <a:t>22/06/2021</a:t>
            </a:fld>
            <a:endParaRPr lang="it-IT"/>
          </a:p>
        </p:txBody>
      </p:sp>
      <p:sp>
        <p:nvSpPr>
          <p:cNvPr id="4" name="Segnaposto piè di pagina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egnaposto numero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6873CD-1CAD-4CFF-A72D-DCAEA5B7BC0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8706061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4D5996-1787-4713-9AAF-D983FFC67929}" type="datetimeFigureOut">
              <a:rPr lang="it-IT" smtClean="0"/>
              <a:t>22/06/2021</a:t>
            </a:fld>
            <a:endParaRPr lang="it-IT"/>
          </a:p>
        </p:txBody>
      </p:sp>
      <p:sp>
        <p:nvSpPr>
          <p:cNvPr id="3" name="Segnaposto piè di pagina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6873CD-1CAD-4CFF-A72D-DCAEA5B7BC0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1279197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 smtClean="0"/>
              <a:t>Fare clic per modificare lo stile del titolo</a:t>
            </a:r>
            <a:endParaRPr lang="it-IT"/>
          </a:p>
        </p:txBody>
      </p:sp>
      <p:sp>
        <p:nvSpPr>
          <p:cNvPr id="3" name="Segnaposto contenut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 smtClean="0"/>
              <a:t>Modifica gli stili del testo dello schema</a:t>
            </a:r>
          </a:p>
          <a:p>
            <a:pPr lvl="1"/>
            <a:r>
              <a:rPr lang="it-IT" smtClean="0"/>
              <a:t>Secondo livello</a:t>
            </a:r>
          </a:p>
          <a:p>
            <a:pPr lvl="2"/>
            <a:r>
              <a:rPr lang="it-IT" smtClean="0"/>
              <a:t>Terzo livello</a:t>
            </a:r>
          </a:p>
          <a:p>
            <a:pPr lvl="3"/>
            <a:r>
              <a:rPr lang="it-IT" smtClean="0"/>
              <a:t>Quarto livello</a:t>
            </a:r>
          </a:p>
          <a:p>
            <a:pPr lvl="4"/>
            <a:r>
              <a:rPr lang="it-IT" smtClean="0"/>
              <a:t>Quinto livello</a:t>
            </a:r>
            <a:endParaRPr lang="it-IT"/>
          </a:p>
        </p:txBody>
      </p:sp>
      <p:sp>
        <p:nvSpPr>
          <p:cNvPr id="4" name="Segnaposto tes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 smtClean="0"/>
              <a:t>Modifica gli stili del testo dello schema</a:t>
            </a:r>
          </a:p>
        </p:txBody>
      </p:sp>
      <p:sp>
        <p:nvSpPr>
          <p:cNvPr id="5" name="Segnaposto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4D5996-1787-4713-9AAF-D983FFC67929}" type="datetimeFigureOut">
              <a:rPr lang="it-IT" smtClean="0"/>
              <a:t>22/06/2021</a:t>
            </a:fld>
            <a:endParaRPr lang="it-IT"/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6873CD-1CAD-4CFF-A72D-DCAEA5B7BC0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3217159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 smtClean="0"/>
              <a:t>Fare clic per modificare lo stile del titolo</a:t>
            </a:r>
            <a:endParaRPr lang="it-IT"/>
          </a:p>
        </p:txBody>
      </p:sp>
      <p:sp>
        <p:nvSpPr>
          <p:cNvPr id="3" name="Segnaposto immagine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Segnaposto tes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 smtClean="0"/>
              <a:t>Modifica gli stili del testo dello schema</a:t>
            </a:r>
          </a:p>
        </p:txBody>
      </p:sp>
      <p:sp>
        <p:nvSpPr>
          <p:cNvPr id="5" name="Segnaposto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4D5996-1787-4713-9AAF-D983FFC67929}" type="datetimeFigureOut">
              <a:rPr lang="it-IT" smtClean="0"/>
              <a:t>22/06/2021</a:t>
            </a:fld>
            <a:endParaRPr lang="it-IT"/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6873CD-1CAD-4CFF-A72D-DCAEA5B7BC0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8160608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smtClean="0"/>
              <a:t>Fare clic per modificare lo stile del titolo</a:t>
            </a:r>
            <a:endParaRPr lang="it-IT"/>
          </a:p>
        </p:txBody>
      </p:sp>
      <p:sp>
        <p:nvSpPr>
          <p:cNvPr id="3" name="Segnaposto testo verticale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 smtClean="0"/>
              <a:t>Modifica gli stili del testo dello schema</a:t>
            </a:r>
          </a:p>
          <a:p>
            <a:pPr lvl="1"/>
            <a:r>
              <a:rPr lang="it-IT" smtClean="0"/>
              <a:t>Secondo livello</a:t>
            </a:r>
          </a:p>
          <a:p>
            <a:pPr lvl="2"/>
            <a:r>
              <a:rPr lang="it-IT" smtClean="0"/>
              <a:t>Terzo livello</a:t>
            </a:r>
          </a:p>
          <a:p>
            <a:pPr lvl="3"/>
            <a:r>
              <a:rPr lang="it-IT" smtClean="0"/>
              <a:t>Quarto livello</a:t>
            </a:r>
          </a:p>
          <a:p>
            <a:pPr lvl="4"/>
            <a:r>
              <a:rPr lang="it-IT" smtClean="0"/>
              <a:t>Quinto livello</a:t>
            </a:r>
            <a:endParaRPr lang="it-IT"/>
          </a:p>
        </p:txBody>
      </p:sp>
      <p:sp>
        <p:nvSpPr>
          <p:cNvPr id="4" name="Segnaposto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4D5996-1787-4713-9AAF-D983FFC67929}" type="datetimeFigureOut">
              <a:rPr lang="it-IT" smtClean="0"/>
              <a:t>22/06/2021</a:t>
            </a:fld>
            <a:endParaRPr lang="it-IT"/>
          </a:p>
        </p:txBody>
      </p:sp>
      <p:sp>
        <p:nvSpPr>
          <p:cNvPr id="5" name="Segnaposto piè di pa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6873CD-1CAD-4CFF-A72D-DCAEA5B7BC0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1303909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 smtClean="0"/>
              <a:t>Fare clic per modificare lo stile del titolo</a:t>
            </a:r>
            <a:endParaRPr lang="it-IT"/>
          </a:p>
        </p:txBody>
      </p:sp>
      <p:sp>
        <p:nvSpPr>
          <p:cNvPr id="3" name="Segnaposto testo verticale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 smtClean="0"/>
              <a:t>Modifica gli stili del testo dello schema</a:t>
            </a:r>
          </a:p>
          <a:p>
            <a:pPr lvl="1"/>
            <a:r>
              <a:rPr lang="it-IT" smtClean="0"/>
              <a:t>Secondo livello</a:t>
            </a:r>
          </a:p>
          <a:p>
            <a:pPr lvl="2"/>
            <a:r>
              <a:rPr lang="it-IT" smtClean="0"/>
              <a:t>Terzo livello</a:t>
            </a:r>
          </a:p>
          <a:p>
            <a:pPr lvl="3"/>
            <a:r>
              <a:rPr lang="it-IT" smtClean="0"/>
              <a:t>Quarto livello</a:t>
            </a:r>
          </a:p>
          <a:p>
            <a:pPr lvl="4"/>
            <a:r>
              <a:rPr lang="it-IT" smtClean="0"/>
              <a:t>Quinto livello</a:t>
            </a:r>
            <a:endParaRPr lang="it-IT"/>
          </a:p>
        </p:txBody>
      </p:sp>
      <p:sp>
        <p:nvSpPr>
          <p:cNvPr id="4" name="Segnaposto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4D5996-1787-4713-9AAF-D983FFC67929}" type="datetimeFigureOut">
              <a:rPr lang="it-IT" smtClean="0"/>
              <a:t>22/06/2021</a:t>
            </a:fld>
            <a:endParaRPr lang="it-IT"/>
          </a:p>
        </p:txBody>
      </p:sp>
      <p:sp>
        <p:nvSpPr>
          <p:cNvPr id="5" name="Segnaposto piè di pa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6873CD-1CAD-4CFF-A72D-DCAEA5B7BC0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9010299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 smtClean="0"/>
              <a:t>Fare clic per modificare lo stile del titolo</a:t>
            </a:r>
            <a:endParaRPr lang="it-IT"/>
          </a:p>
        </p:txBody>
      </p:sp>
      <p:sp>
        <p:nvSpPr>
          <p:cNvPr id="3" name="Segnaposto tes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 smtClean="0"/>
              <a:t>Modifica gli stili del testo dello schema</a:t>
            </a:r>
          </a:p>
          <a:p>
            <a:pPr lvl="1"/>
            <a:r>
              <a:rPr lang="it-IT" smtClean="0"/>
              <a:t>Secondo livello</a:t>
            </a:r>
          </a:p>
          <a:p>
            <a:pPr lvl="2"/>
            <a:r>
              <a:rPr lang="it-IT" smtClean="0"/>
              <a:t>Terzo livello</a:t>
            </a:r>
          </a:p>
          <a:p>
            <a:pPr lvl="3"/>
            <a:r>
              <a:rPr lang="it-IT" smtClean="0"/>
              <a:t>Quarto livello</a:t>
            </a:r>
          </a:p>
          <a:p>
            <a:pPr lvl="4"/>
            <a:r>
              <a:rPr lang="it-IT" smtClean="0"/>
              <a:t>Quinto livello</a:t>
            </a:r>
            <a:endParaRPr lang="it-IT"/>
          </a:p>
        </p:txBody>
      </p:sp>
      <p:sp>
        <p:nvSpPr>
          <p:cNvPr id="4" name="Segnaposto dat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54D5996-1787-4713-9AAF-D983FFC67929}" type="datetimeFigureOut">
              <a:rPr lang="it-IT" smtClean="0"/>
              <a:t>22/06/2021</a:t>
            </a:fld>
            <a:endParaRPr lang="it-IT"/>
          </a:p>
        </p:txBody>
      </p:sp>
      <p:sp>
        <p:nvSpPr>
          <p:cNvPr id="5" name="Segnaposto piè di pagina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26873CD-1CAD-4CFF-A72D-DCAEA5B7BC0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7840829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arrotondato 6"/>
          <p:cNvSpPr/>
          <p:nvPr/>
        </p:nvSpPr>
        <p:spPr>
          <a:xfrm>
            <a:off x="5048046" y="4640593"/>
            <a:ext cx="3653990" cy="47158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 smtClean="0">
                <a:solidFill>
                  <a:schemeClr val="tx1"/>
                </a:solidFill>
                <a:latin typeface="Century Schoolbook" panose="02040604050505020304" pitchFamily="18" charset="0"/>
              </a:rPr>
              <a:t>Presence Sensor</a:t>
            </a:r>
          </a:p>
          <a:p>
            <a:pPr algn="ctr"/>
            <a:r>
              <a:rPr lang="it-IT" sz="1400" i="1" dirty="0" smtClean="0">
                <a:solidFill>
                  <a:schemeClr val="tx1"/>
                </a:solidFill>
                <a:latin typeface="Century Schoolbook" panose="02040604050505020304" pitchFamily="18" charset="0"/>
              </a:rPr>
              <a:t>interface</a:t>
            </a:r>
            <a:endParaRPr lang="it-IT" sz="1400" i="1" dirty="0">
              <a:solidFill>
                <a:schemeClr val="tx1"/>
              </a:solidFill>
              <a:latin typeface="Century Schoolbook" panose="02040604050505020304" pitchFamily="18" charset="0"/>
            </a:endParaRPr>
          </a:p>
        </p:txBody>
      </p:sp>
      <p:sp>
        <p:nvSpPr>
          <p:cNvPr id="22" name="Rettangolo arrotondato 21"/>
          <p:cNvSpPr/>
          <p:nvPr/>
        </p:nvSpPr>
        <p:spPr>
          <a:xfrm>
            <a:off x="5048046" y="4160387"/>
            <a:ext cx="1616791" cy="47158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 smtClean="0">
                <a:solidFill>
                  <a:schemeClr val="tx1"/>
                </a:solidFill>
                <a:latin typeface="Century Schoolbook" panose="02040604050505020304" pitchFamily="18" charset="0"/>
              </a:rPr>
              <a:t>Presence Sonar</a:t>
            </a:r>
            <a:endParaRPr lang="it-IT" sz="1400" dirty="0">
              <a:solidFill>
                <a:schemeClr val="tx1"/>
              </a:solidFill>
              <a:latin typeface="Century Schoolbook" panose="02040604050505020304" pitchFamily="18" charset="0"/>
            </a:endParaRPr>
          </a:p>
        </p:txBody>
      </p:sp>
      <p:sp>
        <p:nvSpPr>
          <p:cNvPr id="23" name="Rettangolo arrotondato 22"/>
          <p:cNvSpPr/>
          <p:nvPr/>
        </p:nvSpPr>
        <p:spPr>
          <a:xfrm>
            <a:off x="7085245" y="4163371"/>
            <a:ext cx="1616791" cy="47158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 smtClean="0">
                <a:solidFill>
                  <a:schemeClr val="tx1"/>
                </a:solidFill>
                <a:latin typeface="Century Schoolbook" panose="02040604050505020304" pitchFamily="18" charset="0"/>
              </a:rPr>
              <a:t>Presence Weight</a:t>
            </a:r>
            <a:endParaRPr lang="it-IT" sz="1400" dirty="0">
              <a:solidFill>
                <a:schemeClr val="tx1"/>
              </a:solidFill>
              <a:latin typeface="Century Schoolbook" panose="02040604050505020304" pitchFamily="18" charset="0"/>
            </a:endParaRPr>
          </a:p>
        </p:txBody>
      </p:sp>
      <p:cxnSp>
        <p:nvCxnSpPr>
          <p:cNvPr id="26" name="Connettore 2 25"/>
          <p:cNvCxnSpPr/>
          <p:nvPr/>
        </p:nvCxnSpPr>
        <p:spPr>
          <a:xfrm flipH="1" flipV="1">
            <a:off x="5850993" y="3700018"/>
            <a:ext cx="5448" cy="460369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Connettore 2 51"/>
          <p:cNvCxnSpPr/>
          <p:nvPr/>
        </p:nvCxnSpPr>
        <p:spPr>
          <a:xfrm flipH="1" flipV="1">
            <a:off x="7888192" y="3700018"/>
            <a:ext cx="5448" cy="460369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Rettangolo arrotondato 52"/>
          <p:cNvSpPr/>
          <p:nvPr/>
        </p:nvSpPr>
        <p:spPr>
          <a:xfrm>
            <a:off x="3169947" y="3216867"/>
            <a:ext cx="3494890" cy="47158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 smtClean="0">
                <a:solidFill>
                  <a:schemeClr val="tx1"/>
                </a:solidFill>
                <a:latin typeface="Century Schoolbook" panose="02040604050505020304" pitchFamily="18" charset="0"/>
              </a:rPr>
              <a:t>Sonar</a:t>
            </a:r>
          </a:p>
          <a:p>
            <a:pPr algn="ctr"/>
            <a:r>
              <a:rPr lang="it-IT" sz="1400" i="1" dirty="0" smtClean="0">
                <a:solidFill>
                  <a:schemeClr val="tx1"/>
                </a:solidFill>
                <a:latin typeface="Century Schoolbook" panose="02040604050505020304" pitchFamily="18" charset="0"/>
              </a:rPr>
              <a:t>interface</a:t>
            </a:r>
            <a:endParaRPr lang="it-IT" sz="1400" i="1" dirty="0">
              <a:solidFill>
                <a:schemeClr val="tx1"/>
              </a:solidFill>
              <a:latin typeface="Century Schoolbook" panose="02040604050505020304" pitchFamily="18" charset="0"/>
            </a:endParaRPr>
          </a:p>
        </p:txBody>
      </p:sp>
      <p:sp>
        <p:nvSpPr>
          <p:cNvPr id="54" name="Rettangolo arrotondato 53"/>
          <p:cNvSpPr/>
          <p:nvPr/>
        </p:nvSpPr>
        <p:spPr>
          <a:xfrm>
            <a:off x="7097753" y="3211550"/>
            <a:ext cx="1924301" cy="47158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 smtClean="0">
                <a:solidFill>
                  <a:schemeClr val="tx1"/>
                </a:solidFill>
                <a:latin typeface="Century Schoolbook" panose="02040604050505020304" pitchFamily="18" charset="0"/>
              </a:rPr>
              <a:t>Weight Sensor</a:t>
            </a:r>
          </a:p>
          <a:p>
            <a:pPr algn="ctr"/>
            <a:r>
              <a:rPr lang="it-IT" sz="1400" i="1" dirty="0" smtClean="0">
                <a:solidFill>
                  <a:schemeClr val="tx1"/>
                </a:solidFill>
                <a:latin typeface="Century Schoolbook" panose="02040604050505020304" pitchFamily="18" charset="0"/>
              </a:rPr>
              <a:t>interface</a:t>
            </a:r>
            <a:endParaRPr lang="it-IT" sz="1400" i="1" dirty="0">
              <a:solidFill>
                <a:schemeClr val="tx1"/>
              </a:solidFill>
              <a:latin typeface="Century Schoolbook" panose="02040604050505020304" pitchFamily="18" charset="0"/>
            </a:endParaRPr>
          </a:p>
        </p:txBody>
      </p:sp>
      <p:sp>
        <p:nvSpPr>
          <p:cNvPr id="55" name="Rettangolo arrotondato 54"/>
          <p:cNvSpPr/>
          <p:nvPr/>
        </p:nvSpPr>
        <p:spPr>
          <a:xfrm>
            <a:off x="3169947" y="2736661"/>
            <a:ext cx="1575031" cy="47158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 smtClean="0">
                <a:solidFill>
                  <a:schemeClr val="tx1"/>
                </a:solidFill>
                <a:latin typeface="Century Schoolbook" panose="02040604050505020304" pitchFamily="18" charset="0"/>
              </a:rPr>
              <a:t>Mock Sonar</a:t>
            </a:r>
            <a:endParaRPr lang="it-IT" sz="1400" dirty="0">
              <a:solidFill>
                <a:schemeClr val="tx1"/>
              </a:solidFill>
              <a:latin typeface="Century Schoolbook" panose="02040604050505020304" pitchFamily="18" charset="0"/>
            </a:endParaRPr>
          </a:p>
        </p:txBody>
      </p:sp>
      <p:sp>
        <p:nvSpPr>
          <p:cNvPr id="56" name="Rettangolo arrotondato 55"/>
          <p:cNvSpPr/>
          <p:nvPr/>
        </p:nvSpPr>
        <p:spPr>
          <a:xfrm>
            <a:off x="5089806" y="2736661"/>
            <a:ext cx="1575031" cy="47158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 smtClean="0">
                <a:solidFill>
                  <a:schemeClr val="tx1"/>
                </a:solidFill>
                <a:latin typeface="Century Schoolbook" panose="02040604050505020304" pitchFamily="18" charset="0"/>
              </a:rPr>
              <a:t>Sonar Driver</a:t>
            </a:r>
            <a:endParaRPr lang="it-IT" sz="1400" dirty="0">
              <a:solidFill>
                <a:schemeClr val="tx1"/>
              </a:solidFill>
              <a:latin typeface="Century Schoolbook" panose="02040604050505020304" pitchFamily="18" charset="0"/>
            </a:endParaRPr>
          </a:p>
        </p:txBody>
      </p:sp>
      <p:sp>
        <p:nvSpPr>
          <p:cNvPr id="57" name="Rettangolo arrotondato 56"/>
          <p:cNvSpPr/>
          <p:nvPr/>
        </p:nvSpPr>
        <p:spPr>
          <a:xfrm>
            <a:off x="7097753" y="2731912"/>
            <a:ext cx="1924301" cy="47158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 smtClean="0">
                <a:solidFill>
                  <a:schemeClr val="tx1"/>
                </a:solidFill>
                <a:latin typeface="Century Schoolbook" panose="02040604050505020304" pitchFamily="18" charset="0"/>
              </a:rPr>
              <a:t>Mock Weight Sensor</a:t>
            </a:r>
            <a:endParaRPr lang="it-IT" sz="1400" dirty="0">
              <a:solidFill>
                <a:schemeClr val="tx1"/>
              </a:solidFill>
              <a:latin typeface="Century Schoolbook" panose="02040604050505020304" pitchFamily="18" charset="0"/>
            </a:endParaRPr>
          </a:p>
        </p:txBody>
      </p:sp>
      <p:sp>
        <p:nvSpPr>
          <p:cNvPr id="58" name="Rettangolo 57"/>
          <p:cNvSpPr/>
          <p:nvPr/>
        </p:nvSpPr>
        <p:spPr>
          <a:xfrm>
            <a:off x="5396638" y="2090643"/>
            <a:ext cx="892349" cy="47158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1400" dirty="0">
              <a:solidFill>
                <a:schemeClr val="tx1"/>
              </a:solidFill>
              <a:latin typeface="Century Schoolbook" panose="02040604050505020304" pitchFamily="18" charset="0"/>
            </a:endParaRPr>
          </a:p>
        </p:txBody>
      </p:sp>
      <p:sp>
        <p:nvSpPr>
          <p:cNvPr id="59" name="Ovale 58"/>
          <p:cNvSpPr/>
          <p:nvPr/>
        </p:nvSpPr>
        <p:spPr>
          <a:xfrm>
            <a:off x="5450835" y="2133671"/>
            <a:ext cx="370937" cy="385524"/>
          </a:xfrm>
          <a:prstGeom prst="ellipse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1400" dirty="0">
              <a:solidFill>
                <a:schemeClr val="tx1"/>
              </a:solidFill>
              <a:latin typeface="Century Schoolbook" panose="02040604050505020304" pitchFamily="18" charset="0"/>
            </a:endParaRPr>
          </a:p>
        </p:txBody>
      </p:sp>
      <p:sp>
        <p:nvSpPr>
          <p:cNvPr id="60" name="Ovale 59"/>
          <p:cNvSpPr/>
          <p:nvPr/>
        </p:nvSpPr>
        <p:spPr>
          <a:xfrm>
            <a:off x="5875969" y="2133671"/>
            <a:ext cx="370937" cy="385524"/>
          </a:xfrm>
          <a:prstGeom prst="ellipse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1400" dirty="0">
              <a:solidFill>
                <a:schemeClr val="tx1"/>
              </a:solidFill>
              <a:latin typeface="Century Schoolbook" panose="02040604050505020304" pitchFamily="18" charset="0"/>
            </a:endParaRPr>
          </a:p>
        </p:txBody>
      </p:sp>
      <p:sp>
        <p:nvSpPr>
          <p:cNvPr id="61" name="Rettangolo 60"/>
          <p:cNvSpPr/>
          <p:nvPr/>
        </p:nvSpPr>
        <p:spPr>
          <a:xfrm>
            <a:off x="3511287" y="1791504"/>
            <a:ext cx="892349" cy="77071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1400" dirty="0" smtClean="0">
              <a:solidFill>
                <a:schemeClr val="tx1"/>
              </a:solidFill>
              <a:latin typeface="Century Schoolbook" panose="02040604050505020304" pitchFamily="18" charset="0"/>
            </a:endParaRPr>
          </a:p>
          <a:p>
            <a:pPr algn="ctr"/>
            <a:r>
              <a:rPr lang="it-IT" sz="1400" dirty="0" smtClean="0">
                <a:solidFill>
                  <a:schemeClr val="tx1"/>
                </a:solidFill>
                <a:latin typeface="Century Schoolbook" panose="02040604050505020304" pitchFamily="18" charset="0"/>
              </a:rPr>
              <a:t>GUI</a:t>
            </a:r>
            <a:endParaRPr lang="it-IT" sz="1400" dirty="0">
              <a:solidFill>
                <a:schemeClr val="tx1"/>
              </a:solidFill>
              <a:latin typeface="Century Schoolbook" panose="02040604050505020304" pitchFamily="18" charset="0"/>
            </a:endParaRPr>
          </a:p>
        </p:txBody>
      </p:sp>
      <p:sp>
        <p:nvSpPr>
          <p:cNvPr id="62" name="Rettangolo 61"/>
          <p:cNvSpPr/>
          <p:nvPr/>
        </p:nvSpPr>
        <p:spPr>
          <a:xfrm>
            <a:off x="3511286" y="1791504"/>
            <a:ext cx="892349" cy="23628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1400" dirty="0">
              <a:solidFill>
                <a:schemeClr val="tx1"/>
              </a:solidFill>
              <a:latin typeface="Century Schoolbook" panose="02040604050505020304" pitchFamily="18" charset="0"/>
            </a:endParaRPr>
          </a:p>
        </p:txBody>
      </p:sp>
      <p:sp>
        <p:nvSpPr>
          <p:cNvPr id="63" name="Rettangolo 62"/>
          <p:cNvSpPr/>
          <p:nvPr/>
        </p:nvSpPr>
        <p:spPr>
          <a:xfrm>
            <a:off x="4258578" y="1854661"/>
            <a:ext cx="96705" cy="10997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1400" dirty="0">
              <a:solidFill>
                <a:schemeClr val="tx1"/>
              </a:solidFill>
              <a:latin typeface="Century Schoolbook" panose="02040604050505020304" pitchFamily="18" charset="0"/>
            </a:endParaRPr>
          </a:p>
        </p:txBody>
      </p:sp>
      <p:sp>
        <p:nvSpPr>
          <p:cNvPr id="64" name="Rettangolo 63"/>
          <p:cNvSpPr/>
          <p:nvPr/>
        </p:nvSpPr>
        <p:spPr>
          <a:xfrm>
            <a:off x="7668982" y="1782878"/>
            <a:ext cx="892349" cy="77071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1400" dirty="0" smtClean="0">
              <a:solidFill>
                <a:schemeClr val="tx1"/>
              </a:solidFill>
              <a:latin typeface="Century Schoolbook" panose="02040604050505020304" pitchFamily="18" charset="0"/>
            </a:endParaRPr>
          </a:p>
          <a:p>
            <a:pPr algn="ctr"/>
            <a:r>
              <a:rPr lang="it-IT" sz="1400" dirty="0" smtClean="0">
                <a:solidFill>
                  <a:schemeClr val="tx1"/>
                </a:solidFill>
                <a:latin typeface="Century Schoolbook" panose="02040604050505020304" pitchFamily="18" charset="0"/>
              </a:rPr>
              <a:t>GUI</a:t>
            </a:r>
            <a:endParaRPr lang="it-IT" sz="1400" dirty="0">
              <a:solidFill>
                <a:schemeClr val="tx1"/>
              </a:solidFill>
              <a:latin typeface="Century Schoolbook" panose="02040604050505020304" pitchFamily="18" charset="0"/>
            </a:endParaRPr>
          </a:p>
        </p:txBody>
      </p:sp>
      <p:sp>
        <p:nvSpPr>
          <p:cNvPr id="65" name="Rettangolo 64"/>
          <p:cNvSpPr/>
          <p:nvPr/>
        </p:nvSpPr>
        <p:spPr>
          <a:xfrm>
            <a:off x="7668981" y="1782878"/>
            <a:ext cx="892349" cy="23628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1400" dirty="0">
              <a:solidFill>
                <a:schemeClr val="tx1"/>
              </a:solidFill>
              <a:latin typeface="Century Schoolbook" panose="02040604050505020304" pitchFamily="18" charset="0"/>
            </a:endParaRPr>
          </a:p>
        </p:txBody>
      </p:sp>
      <p:sp>
        <p:nvSpPr>
          <p:cNvPr id="66" name="Rettangolo 65"/>
          <p:cNvSpPr/>
          <p:nvPr/>
        </p:nvSpPr>
        <p:spPr>
          <a:xfrm>
            <a:off x="8416273" y="1846035"/>
            <a:ext cx="96705" cy="10997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1400" dirty="0">
              <a:solidFill>
                <a:schemeClr val="tx1"/>
              </a:solidFill>
              <a:latin typeface="Century Schoolbook" panose="02040604050505020304" pitchFamily="18" charset="0"/>
            </a:endParaRPr>
          </a:p>
        </p:txBody>
      </p:sp>
      <p:sp>
        <p:nvSpPr>
          <p:cNvPr id="67" name="CasellaDiTesto 66"/>
          <p:cNvSpPr txBox="1"/>
          <p:nvPr/>
        </p:nvSpPr>
        <p:spPr>
          <a:xfrm>
            <a:off x="5212671" y="1745828"/>
            <a:ext cx="126028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600" dirty="0" smtClean="0">
                <a:latin typeface="Century Schoolbook" panose="02040604050505020304" pitchFamily="18" charset="0"/>
              </a:rPr>
              <a:t>Real device</a:t>
            </a:r>
          </a:p>
        </p:txBody>
      </p:sp>
    </p:spTree>
    <p:extLst>
      <p:ext uri="{BB962C8B-B14F-4D97-AF65-F5344CB8AC3E}">
        <p14:creationId xmlns:p14="http://schemas.microsoft.com/office/powerpoint/2010/main" val="9212382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e 3"/>
          <p:cNvSpPr/>
          <p:nvPr/>
        </p:nvSpPr>
        <p:spPr>
          <a:xfrm>
            <a:off x="3737252" y="4002284"/>
            <a:ext cx="1857403" cy="1401520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 smtClean="0">
                <a:solidFill>
                  <a:schemeClr val="tx1"/>
                </a:solidFill>
                <a:latin typeface="Century Schoolbook" panose="02040604050505020304" pitchFamily="18" charset="0"/>
              </a:rPr>
              <a:t>Thermometer</a:t>
            </a:r>
          </a:p>
          <a:p>
            <a:pPr algn="ctr"/>
            <a:r>
              <a:rPr lang="it-IT" sz="1400" dirty="0" smtClean="0">
                <a:solidFill>
                  <a:schemeClr val="tx1"/>
                </a:solidFill>
                <a:latin typeface="Century Schoolbook" panose="02040604050505020304" pitchFamily="18" charset="0"/>
              </a:rPr>
              <a:t>Actor</a:t>
            </a:r>
            <a:endParaRPr lang="it-IT" sz="1400" dirty="0">
              <a:solidFill>
                <a:schemeClr val="tx1"/>
              </a:solidFill>
              <a:latin typeface="Century Schoolbook" panose="02040604050505020304" pitchFamily="18" charset="0"/>
            </a:endParaRPr>
          </a:p>
        </p:txBody>
      </p:sp>
      <p:sp>
        <p:nvSpPr>
          <p:cNvPr id="5" name="Triangolo isoscele 4"/>
          <p:cNvSpPr/>
          <p:nvPr/>
        </p:nvSpPr>
        <p:spPr>
          <a:xfrm rot="16200000">
            <a:off x="4450884" y="3816879"/>
            <a:ext cx="430138" cy="370809"/>
          </a:xfrm>
          <a:prstGeom prst="triangle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6" name="Rettangolo 5"/>
          <p:cNvSpPr/>
          <p:nvPr/>
        </p:nvSpPr>
        <p:spPr>
          <a:xfrm>
            <a:off x="3301618" y="4583535"/>
            <a:ext cx="714644" cy="33952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0" name="Rettangolo arrotondato 9"/>
          <p:cNvSpPr/>
          <p:nvPr/>
        </p:nvSpPr>
        <p:spPr>
          <a:xfrm>
            <a:off x="3737252" y="2881297"/>
            <a:ext cx="1853089" cy="47158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 smtClean="0">
                <a:solidFill>
                  <a:schemeClr val="tx1"/>
                </a:solidFill>
                <a:latin typeface="Century Schoolbook" panose="02040604050505020304" pitchFamily="18" charset="0"/>
              </a:rPr>
              <a:t>Thermometer</a:t>
            </a:r>
          </a:p>
          <a:p>
            <a:pPr algn="ctr"/>
            <a:r>
              <a:rPr lang="it-IT" sz="1400" i="1" dirty="0" smtClean="0">
                <a:solidFill>
                  <a:schemeClr val="tx1"/>
                </a:solidFill>
                <a:latin typeface="Century Schoolbook" panose="02040604050505020304" pitchFamily="18" charset="0"/>
              </a:rPr>
              <a:t>interface</a:t>
            </a:r>
            <a:endParaRPr lang="it-IT" sz="1400" i="1" dirty="0">
              <a:solidFill>
                <a:schemeClr val="tx1"/>
              </a:solidFill>
              <a:latin typeface="Century Schoolbook" panose="02040604050505020304" pitchFamily="18" charset="0"/>
            </a:endParaRPr>
          </a:p>
        </p:txBody>
      </p:sp>
      <p:cxnSp>
        <p:nvCxnSpPr>
          <p:cNvPr id="11" name="Connettore 2 10"/>
          <p:cNvCxnSpPr>
            <a:stCxn id="5" idx="5"/>
            <a:endCxn id="10" idx="2"/>
          </p:cNvCxnSpPr>
          <p:nvPr/>
        </p:nvCxnSpPr>
        <p:spPr>
          <a:xfrm flipH="1" flipV="1">
            <a:off x="4663797" y="3352877"/>
            <a:ext cx="2157" cy="541872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ttangolo arrotondato 13"/>
          <p:cNvSpPr/>
          <p:nvPr/>
        </p:nvSpPr>
        <p:spPr>
          <a:xfrm>
            <a:off x="3737252" y="2400548"/>
            <a:ext cx="1853089" cy="47158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 smtClean="0">
                <a:solidFill>
                  <a:schemeClr val="tx1"/>
                </a:solidFill>
                <a:latin typeface="Century Schoolbook" panose="02040604050505020304" pitchFamily="18" charset="0"/>
              </a:rPr>
              <a:t>Mock Thermometer</a:t>
            </a:r>
            <a:endParaRPr lang="it-IT" sz="1400" dirty="0">
              <a:solidFill>
                <a:schemeClr val="tx1"/>
              </a:solidFill>
              <a:latin typeface="Century Schoolbook" panose="02040604050505020304" pitchFamily="18" charset="0"/>
            </a:endParaRPr>
          </a:p>
        </p:txBody>
      </p:sp>
      <p:sp>
        <p:nvSpPr>
          <p:cNvPr id="17" name="Ovale 16"/>
          <p:cNvSpPr/>
          <p:nvPr/>
        </p:nvSpPr>
        <p:spPr>
          <a:xfrm>
            <a:off x="6769271" y="4002284"/>
            <a:ext cx="1857403" cy="1401520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 smtClean="0">
                <a:solidFill>
                  <a:schemeClr val="tx1"/>
                </a:solidFill>
                <a:latin typeface="Century Schoolbook" panose="02040604050505020304" pitchFamily="18" charset="0"/>
              </a:rPr>
              <a:t>Fan</a:t>
            </a:r>
          </a:p>
          <a:p>
            <a:pPr algn="ctr"/>
            <a:r>
              <a:rPr lang="it-IT" sz="1400" dirty="0" smtClean="0">
                <a:solidFill>
                  <a:schemeClr val="tx1"/>
                </a:solidFill>
                <a:latin typeface="Century Schoolbook" panose="02040604050505020304" pitchFamily="18" charset="0"/>
              </a:rPr>
              <a:t>Actor</a:t>
            </a:r>
            <a:endParaRPr lang="it-IT" sz="1400" dirty="0">
              <a:solidFill>
                <a:schemeClr val="tx1"/>
              </a:solidFill>
              <a:latin typeface="Century Schoolbook" panose="02040604050505020304" pitchFamily="18" charset="0"/>
            </a:endParaRPr>
          </a:p>
        </p:txBody>
      </p:sp>
      <p:sp>
        <p:nvSpPr>
          <p:cNvPr id="18" name="Triangolo isoscele 17"/>
          <p:cNvSpPr/>
          <p:nvPr/>
        </p:nvSpPr>
        <p:spPr>
          <a:xfrm rot="16200000">
            <a:off x="7482903" y="3816879"/>
            <a:ext cx="430138" cy="370809"/>
          </a:xfrm>
          <a:prstGeom prst="triangle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9" name="Rettangolo 18"/>
          <p:cNvSpPr/>
          <p:nvPr/>
        </p:nvSpPr>
        <p:spPr>
          <a:xfrm>
            <a:off x="6333637" y="4583535"/>
            <a:ext cx="714644" cy="33952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0" name="Rettangolo arrotondato 19"/>
          <p:cNvSpPr/>
          <p:nvPr/>
        </p:nvSpPr>
        <p:spPr>
          <a:xfrm>
            <a:off x="6769271" y="2881297"/>
            <a:ext cx="1853089" cy="47158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 smtClean="0">
                <a:solidFill>
                  <a:schemeClr val="tx1"/>
                </a:solidFill>
                <a:latin typeface="Century Schoolbook" panose="02040604050505020304" pitchFamily="18" charset="0"/>
              </a:rPr>
              <a:t>Fan</a:t>
            </a:r>
          </a:p>
          <a:p>
            <a:pPr algn="ctr"/>
            <a:r>
              <a:rPr lang="it-IT" sz="1400" i="1" dirty="0" smtClean="0">
                <a:solidFill>
                  <a:schemeClr val="tx1"/>
                </a:solidFill>
                <a:latin typeface="Century Schoolbook" panose="02040604050505020304" pitchFamily="18" charset="0"/>
              </a:rPr>
              <a:t>interface</a:t>
            </a:r>
            <a:endParaRPr lang="it-IT" sz="1400" i="1" dirty="0">
              <a:solidFill>
                <a:schemeClr val="tx1"/>
              </a:solidFill>
              <a:latin typeface="Century Schoolbook" panose="02040604050505020304" pitchFamily="18" charset="0"/>
            </a:endParaRPr>
          </a:p>
        </p:txBody>
      </p:sp>
      <p:cxnSp>
        <p:nvCxnSpPr>
          <p:cNvPr id="21" name="Connettore 2 20"/>
          <p:cNvCxnSpPr>
            <a:stCxn id="18" idx="5"/>
            <a:endCxn id="20" idx="2"/>
          </p:cNvCxnSpPr>
          <p:nvPr/>
        </p:nvCxnSpPr>
        <p:spPr>
          <a:xfrm flipH="1" flipV="1">
            <a:off x="7695816" y="3352877"/>
            <a:ext cx="2157" cy="541872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Rettangolo arrotondato 22"/>
          <p:cNvSpPr/>
          <p:nvPr/>
        </p:nvSpPr>
        <p:spPr>
          <a:xfrm>
            <a:off x="6769271" y="2400548"/>
            <a:ext cx="1853089" cy="47158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 smtClean="0">
                <a:solidFill>
                  <a:schemeClr val="tx1"/>
                </a:solidFill>
                <a:latin typeface="Century Schoolbook" panose="02040604050505020304" pitchFamily="18" charset="0"/>
              </a:rPr>
              <a:t>Mock Fan</a:t>
            </a:r>
            <a:endParaRPr lang="it-IT" sz="1400" dirty="0">
              <a:solidFill>
                <a:schemeClr val="tx1"/>
              </a:solidFill>
              <a:latin typeface="Century Schoolbook" panose="02040604050505020304" pitchFamily="18" charset="0"/>
            </a:endParaRPr>
          </a:p>
        </p:txBody>
      </p:sp>
      <p:sp>
        <p:nvSpPr>
          <p:cNvPr id="24" name="Rettangolo 23"/>
          <p:cNvSpPr/>
          <p:nvPr/>
        </p:nvSpPr>
        <p:spPr>
          <a:xfrm>
            <a:off x="4217623" y="1454196"/>
            <a:ext cx="892349" cy="77071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1400" dirty="0" smtClean="0">
              <a:solidFill>
                <a:schemeClr val="tx1"/>
              </a:solidFill>
              <a:latin typeface="Century Schoolbook" panose="02040604050505020304" pitchFamily="18" charset="0"/>
            </a:endParaRPr>
          </a:p>
          <a:p>
            <a:pPr algn="ctr"/>
            <a:r>
              <a:rPr lang="it-IT" sz="1400" dirty="0" smtClean="0">
                <a:solidFill>
                  <a:schemeClr val="tx1"/>
                </a:solidFill>
                <a:latin typeface="Century Schoolbook" panose="02040604050505020304" pitchFamily="18" charset="0"/>
              </a:rPr>
              <a:t>GUI</a:t>
            </a:r>
            <a:endParaRPr lang="it-IT" sz="1400" dirty="0">
              <a:solidFill>
                <a:schemeClr val="tx1"/>
              </a:solidFill>
              <a:latin typeface="Century Schoolbook" panose="02040604050505020304" pitchFamily="18" charset="0"/>
            </a:endParaRPr>
          </a:p>
        </p:txBody>
      </p:sp>
      <p:sp>
        <p:nvSpPr>
          <p:cNvPr id="25" name="Rettangolo 24"/>
          <p:cNvSpPr/>
          <p:nvPr/>
        </p:nvSpPr>
        <p:spPr>
          <a:xfrm>
            <a:off x="4217622" y="1454196"/>
            <a:ext cx="892349" cy="23628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1400" dirty="0">
              <a:solidFill>
                <a:schemeClr val="tx1"/>
              </a:solidFill>
              <a:latin typeface="Century Schoolbook" panose="02040604050505020304" pitchFamily="18" charset="0"/>
            </a:endParaRPr>
          </a:p>
        </p:txBody>
      </p:sp>
      <p:sp>
        <p:nvSpPr>
          <p:cNvPr id="26" name="Rettangolo 25"/>
          <p:cNvSpPr/>
          <p:nvPr/>
        </p:nvSpPr>
        <p:spPr>
          <a:xfrm>
            <a:off x="4964914" y="1517353"/>
            <a:ext cx="96705" cy="10997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1400" dirty="0">
              <a:solidFill>
                <a:schemeClr val="tx1"/>
              </a:solidFill>
              <a:latin typeface="Century Schoolbook" panose="02040604050505020304" pitchFamily="18" charset="0"/>
            </a:endParaRPr>
          </a:p>
        </p:txBody>
      </p:sp>
      <p:sp>
        <p:nvSpPr>
          <p:cNvPr id="27" name="Rettangolo 26"/>
          <p:cNvSpPr/>
          <p:nvPr/>
        </p:nvSpPr>
        <p:spPr>
          <a:xfrm>
            <a:off x="7182234" y="1454196"/>
            <a:ext cx="892349" cy="77071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1400" dirty="0" smtClean="0">
              <a:solidFill>
                <a:schemeClr val="tx1"/>
              </a:solidFill>
              <a:latin typeface="Century Schoolbook" panose="02040604050505020304" pitchFamily="18" charset="0"/>
            </a:endParaRPr>
          </a:p>
          <a:p>
            <a:pPr algn="ctr"/>
            <a:r>
              <a:rPr lang="it-IT" sz="1400" dirty="0" smtClean="0">
                <a:solidFill>
                  <a:schemeClr val="tx1"/>
                </a:solidFill>
                <a:latin typeface="Century Schoolbook" panose="02040604050505020304" pitchFamily="18" charset="0"/>
              </a:rPr>
              <a:t>GUI</a:t>
            </a:r>
            <a:endParaRPr lang="it-IT" sz="1400" dirty="0">
              <a:solidFill>
                <a:schemeClr val="tx1"/>
              </a:solidFill>
              <a:latin typeface="Century Schoolbook" panose="02040604050505020304" pitchFamily="18" charset="0"/>
            </a:endParaRPr>
          </a:p>
        </p:txBody>
      </p:sp>
      <p:sp>
        <p:nvSpPr>
          <p:cNvPr id="28" name="Rettangolo 27"/>
          <p:cNvSpPr/>
          <p:nvPr/>
        </p:nvSpPr>
        <p:spPr>
          <a:xfrm>
            <a:off x="7182233" y="1454196"/>
            <a:ext cx="892349" cy="23628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1400" dirty="0">
              <a:solidFill>
                <a:schemeClr val="tx1"/>
              </a:solidFill>
              <a:latin typeface="Century Schoolbook" panose="02040604050505020304" pitchFamily="18" charset="0"/>
            </a:endParaRPr>
          </a:p>
        </p:txBody>
      </p:sp>
      <p:sp>
        <p:nvSpPr>
          <p:cNvPr id="29" name="Rettangolo 28"/>
          <p:cNvSpPr/>
          <p:nvPr/>
        </p:nvSpPr>
        <p:spPr>
          <a:xfrm>
            <a:off x="7929525" y="1517353"/>
            <a:ext cx="96705" cy="10997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1400" dirty="0">
              <a:solidFill>
                <a:schemeClr val="tx1"/>
              </a:solidFill>
              <a:latin typeface="Century Schoolbook" panose="020406040505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560277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e 3"/>
          <p:cNvSpPr/>
          <p:nvPr/>
        </p:nvSpPr>
        <p:spPr>
          <a:xfrm>
            <a:off x="3737252" y="4002284"/>
            <a:ext cx="1857403" cy="1401520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 smtClean="0">
                <a:solidFill>
                  <a:schemeClr val="tx1"/>
                </a:solidFill>
                <a:latin typeface="Century Schoolbook" panose="02040604050505020304" pitchFamily="18" charset="0"/>
              </a:rPr>
              <a:t>Thermometer</a:t>
            </a:r>
          </a:p>
          <a:p>
            <a:pPr algn="ctr"/>
            <a:r>
              <a:rPr lang="it-IT" sz="1400" dirty="0" smtClean="0">
                <a:solidFill>
                  <a:schemeClr val="tx1"/>
                </a:solidFill>
                <a:latin typeface="Century Schoolbook" panose="02040604050505020304" pitchFamily="18" charset="0"/>
              </a:rPr>
              <a:t>Actor</a:t>
            </a:r>
            <a:endParaRPr lang="it-IT" sz="1400" dirty="0">
              <a:solidFill>
                <a:schemeClr val="tx1"/>
              </a:solidFill>
              <a:latin typeface="Century Schoolbook" panose="02040604050505020304" pitchFamily="18" charset="0"/>
            </a:endParaRPr>
          </a:p>
        </p:txBody>
      </p:sp>
      <p:sp>
        <p:nvSpPr>
          <p:cNvPr id="5" name="Triangolo isoscele 4"/>
          <p:cNvSpPr/>
          <p:nvPr/>
        </p:nvSpPr>
        <p:spPr>
          <a:xfrm rot="16200000">
            <a:off x="4450884" y="3816879"/>
            <a:ext cx="430138" cy="370809"/>
          </a:xfrm>
          <a:prstGeom prst="triangle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6" name="Rettangolo 5"/>
          <p:cNvSpPr/>
          <p:nvPr/>
        </p:nvSpPr>
        <p:spPr>
          <a:xfrm>
            <a:off x="3301618" y="4583535"/>
            <a:ext cx="714644" cy="33952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cxnSp>
        <p:nvCxnSpPr>
          <p:cNvPr id="11" name="Connettore 2 10"/>
          <p:cNvCxnSpPr>
            <a:stCxn id="5" idx="5"/>
            <a:endCxn id="10" idx="2"/>
          </p:cNvCxnSpPr>
          <p:nvPr/>
        </p:nvCxnSpPr>
        <p:spPr>
          <a:xfrm flipH="1" flipV="1">
            <a:off x="4663797" y="3352877"/>
            <a:ext cx="2157" cy="541872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ttangolo arrotondato 13"/>
          <p:cNvSpPr/>
          <p:nvPr/>
        </p:nvSpPr>
        <p:spPr>
          <a:xfrm>
            <a:off x="3737252" y="2881297"/>
            <a:ext cx="1853089" cy="47158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 smtClean="0">
                <a:solidFill>
                  <a:schemeClr val="tx1"/>
                </a:solidFill>
                <a:latin typeface="Century Schoolbook" panose="02040604050505020304" pitchFamily="18" charset="0"/>
              </a:rPr>
              <a:t>Mock Thermometer</a:t>
            </a:r>
            <a:endParaRPr lang="it-IT" sz="1400" dirty="0">
              <a:solidFill>
                <a:schemeClr val="tx1"/>
              </a:solidFill>
              <a:latin typeface="Century Schoolbook" panose="02040604050505020304" pitchFamily="18" charset="0"/>
            </a:endParaRPr>
          </a:p>
        </p:txBody>
      </p:sp>
      <p:sp>
        <p:nvSpPr>
          <p:cNvPr id="17" name="Ovale 16"/>
          <p:cNvSpPr/>
          <p:nvPr/>
        </p:nvSpPr>
        <p:spPr>
          <a:xfrm>
            <a:off x="6769271" y="4002284"/>
            <a:ext cx="1857403" cy="1401520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 smtClean="0">
                <a:solidFill>
                  <a:schemeClr val="tx1"/>
                </a:solidFill>
                <a:latin typeface="Century Schoolbook" panose="02040604050505020304" pitchFamily="18" charset="0"/>
              </a:rPr>
              <a:t>Fan</a:t>
            </a:r>
          </a:p>
          <a:p>
            <a:pPr algn="ctr"/>
            <a:r>
              <a:rPr lang="it-IT" sz="1400" dirty="0" smtClean="0">
                <a:solidFill>
                  <a:schemeClr val="tx1"/>
                </a:solidFill>
                <a:latin typeface="Century Schoolbook" panose="02040604050505020304" pitchFamily="18" charset="0"/>
              </a:rPr>
              <a:t>Actor</a:t>
            </a:r>
            <a:endParaRPr lang="it-IT" sz="1400" dirty="0">
              <a:solidFill>
                <a:schemeClr val="tx1"/>
              </a:solidFill>
              <a:latin typeface="Century Schoolbook" panose="02040604050505020304" pitchFamily="18" charset="0"/>
            </a:endParaRPr>
          </a:p>
        </p:txBody>
      </p:sp>
      <p:sp>
        <p:nvSpPr>
          <p:cNvPr id="18" name="Triangolo isoscele 17"/>
          <p:cNvSpPr/>
          <p:nvPr/>
        </p:nvSpPr>
        <p:spPr>
          <a:xfrm rot="16200000">
            <a:off x="7482903" y="3816879"/>
            <a:ext cx="430138" cy="370809"/>
          </a:xfrm>
          <a:prstGeom prst="triangle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9" name="Rettangolo 18"/>
          <p:cNvSpPr/>
          <p:nvPr/>
        </p:nvSpPr>
        <p:spPr>
          <a:xfrm>
            <a:off x="6333637" y="4583535"/>
            <a:ext cx="714644" cy="33952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cxnSp>
        <p:nvCxnSpPr>
          <p:cNvPr id="21" name="Connettore 2 20"/>
          <p:cNvCxnSpPr>
            <a:stCxn id="18" idx="5"/>
            <a:endCxn id="20" idx="2"/>
          </p:cNvCxnSpPr>
          <p:nvPr/>
        </p:nvCxnSpPr>
        <p:spPr>
          <a:xfrm flipH="1" flipV="1">
            <a:off x="7695816" y="3352877"/>
            <a:ext cx="2157" cy="541872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Rettangolo arrotondato 22"/>
          <p:cNvSpPr/>
          <p:nvPr/>
        </p:nvSpPr>
        <p:spPr>
          <a:xfrm>
            <a:off x="6769271" y="2881297"/>
            <a:ext cx="1853089" cy="47158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 smtClean="0">
                <a:solidFill>
                  <a:schemeClr val="tx1"/>
                </a:solidFill>
                <a:latin typeface="Century Schoolbook" panose="02040604050505020304" pitchFamily="18" charset="0"/>
              </a:rPr>
              <a:t>Mock Fan</a:t>
            </a:r>
            <a:endParaRPr lang="it-IT" sz="1400" dirty="0">
              <a:solidFill>
                <a:schemeClr val="tx1"/>
              </a:solidFill>
              <a:latin typeface="Century Schoolbook" panose="02040604050505020304" pitchFamily="18" charset="0"/>
            </a:endParaRPr>
          </a:p>
        </p:txBody>
      </p:sp>
      <p:sp>
        <p:nvSpPr>
          <p:cNvPr id="24" name="Rettangolo 23"/>
          <p:cNvSpPr/>
          <p:nvPr/>
        </p:nvSpPr>
        <p:spPr>
          <a:xfrm>
            <a:off x="4217623" y="1934945"/>
            <a:ext cx="892349" cy="77071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1400" dirty="0" smtClean="0">
              <a:solidFill>
                <a:schemeClr val="tx1"/>
              </a:solidFill>
              <a:latin typeface="Century Schoolbook" panose="02040604050505020304" pitchFamily="18" charset="0"/>
            </a:endParaRPr>
          </a:p>
          <a:p>
            <a:pPr algn="ctr"/>
            <a:r>
              <a:rPr lang="it-IT" sz="1400" dirty="0" smtClean="0">
                <a:solidFill>
                  <a:schemeClr val="tx1"/>
                </a:solidFill>
                <a:latin typeface="Century Schoolbook" panose="02040604050505020304" pitchFamily="18" charset="0"/>
              </a:rPr>
              <a:t>GUI</a:t>
            </a:r>
            <a:endParaRPr lang="it-IT" sz="1400" dirty="0">
              <a:solidFill>
                <a:schemeClr val="tx1"/>
              </a:solidFill>
              <a:latin typeface="Century Schoolbook" panose="02040604050505020304" pitchFamily="18" charset="0"/>
            </a:endParaRPr>
          </a:p>
        </p:txBody>
      </p:sp>
      <p:sp>
        <p:nvSpPr>
          <p:cNvPr id="25" name="Rettangolo 24"/>
          <p:cNvSpPr/>
          <p:nvPr/>
        </p:nvSpPr>
        <p:spPr>
          <a:xfrm>
            <a:off x="4217622" y="1934945"/>
            <a:ext cx="892349" cy="23628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1400" dirty="0">
              <a:solidFill>
                <a:schemeClr val="tx1"/>
              </a:solidFill>
              <a:latin typeface="Century Schoolbook" panose="02040604050505020304" pitchFamily="18" charset="0"/>
            </a:endParaRPr>
          </a:p>
        </p:txBody>
      </p:sp>
      <p:sp>
        <p:nvSpPr>
          <p:cNvPr id="26" name="Rettangolo 25"/>
          <p:cNvSpPr/>
          <p:nvPr/>
        </p:nvSpPr>
        <p:spPr>
          <a:xfrm>
            <a:off x="4964914" y="1998102"/>
            <a:ext cx="96705" cy="10997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1400" dirty="0">
              <a:solidFill>
                <a:schemeClr val="tx1"/>
              </a:solidFill>
              <a:latin typeface="Century Schoolbook" panose="02040604050505020304" pitchFamily="18" charset="0"/>
            </a:endParaRPr>
          </a:p>
        </p:txBody>
      </p:sp>
      <p:sp>
        <p:nvSpPr>
          <p:cNvPr id="27" name="Rettangolo 26"/>
          <p:cNvSpPr/>
          <p:nvPr/>
        </p:nvSpPr>
        <p:spPr>
          <a:xfrm>
            <a:off x="7182234" y="1934945"/>
            <a:ext cx="892349" cy="77071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1400" dirty="0" smtClean="0">
              <a:solidFill>
                <a:schemeClr val="tx1"/>
              </a:solidFill>
              <a:latin typeface="Century Schoolbook" panose="02040604050505020304" pitchFamily="18" charset="0"/>
            </a:endParaRPr>
          </a:p>
          <a:p>
            <a:pPr algn="ctr"/>
            <a:r>
              <a:rPr lang="it-IT" sz="1400" dirty="0" smtClean="0">
                <a:solidFill>
                  <a:schemeClr val="tx1"/>
                </a:solidFill>
                <a:latin typeface="Century Schoolbook" panose="02040604050505020304" pitchFamily="18" charset="0"/>
              </a:rPr>
              <a:t>GUI</a:t>
            </a:r>
            <a:endParaRPr lang="it-IT" sz="1400" dirty="0">
              <a:solidFill>
                <a:schemeClr val="tx1"/>
              </a:solidFill>
              <a:latin typeface="Century Schoolbook" panose="02040604050505020304" pitchFamily="18" charset="0"/>
            </a:endParaRPr>
          </a:p>
        </p:txBody>
      </p:sp>
      <p:sp>
        <p:nvSpPr>
          <p:cNvPr id="28" name="Rettangolo 27"/>
          <p:cNvSpPr/>
          <p:nvPr/>
        </p:nvSpPr>
        <p:spPr>
          <a:xfrm>
            <a:off x="7182233" y="1934945"/>
            <a:ext cx="892349" cy="23628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1400" dirty="0">
              <a:solidFill>
                <a:schemeClr val="tx1"/>
              </a:solidFill>
              <a:latin typeface="Century Schoolbook" panose="02040604050505020304" pitchFamily="18" charset="0"/>
            </a:endParaRPr>
          </a:p>
        </p:txBody>
      </p:sp>
      <p:sp>
        <p:nvSpPr>
          <p:cNvPr id="29" name="Rettangolo 28"/>
          <p:cNvSpPr/>
          <p:nvPr/>
        </p:nvSpPr>
        <p:spPr>
          <a:xfrm>
            <a:off x="7929525" y="1998102"/>
            <a:ext cx="96705" cy="10997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1400" dirty="0">
              <a:solidFill>
                <a:schemeClr val="tx1"/>
              </a:solidFill>
              <a:latin typeface="Century Schoolbook" panose="020406040505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1757075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Ovale 80"/>
          <p:cNvSpPr/>
          <p:nvPr/>
        </p:nvSpPr>
        <p:spPr>
          <a:xfrm>
            <a:off x="2223628" y="4242720"/>
            <a:ext cx="1302611" cy="982897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 smtClean="0">
                <a:solidFill>
                  <a:schemeClr val="tx1"/>
                </a:solidFill>
                <a:latin typeface="Century Schoolbook" panose="02040604050505020304" pitchFamily="18" charset="0"/>
              </a:rPr>
              <a:t>Robot Driver</a:t>
            </a:r>
            <a:endParaRPr lang="it-IT" sz="1400" dirty="0">
              <a:solidFill>
                <a:schemeClr val="tx1"/>
              </a:solidFill>
              <a:latin typeface="Century Schoolbook" panose="02040604050505020304" pitchFamily="18" charset="0"/>
            </a:endParaRPr>
          </a:p>
        </p:txBody>
      </p:sp>
      <p:sp>
        <p:nvSpPr>
          <p:cNvPr id="82" name="Triangolo isoscele 81"/>
          <p:cNvSpPr/>
          <p:nvPr/>
        </p:nvSpPr>
        <p:spPr>
          <a:xfrm rot="16200000">
            <a:off x="2724103" y="4121320"/>
            <a:ext cx="301659" cy="260051"/>
          </a:xfrm>
          <a:prstGeom prst="triangle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83" name="Rettangolo 82"/>
          <p:cNvSpPr/>
          <p:nvPr/>
        </p:nvSpPr>
        <p:spPr>
          <a:xfrm>
            <a:off x="1900137" y="4616938"/>
            <a:ext cx="501185" cy="23810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84" name="Ovale 83"/>
          <p:cNvSpPr/>
          <p:nvPr/>
        </p:nvSpPr>
        <p:spPr>
          <a:xfrm>
            <a:off x="4371007" y="4242720"/>
            <a:ext cx="1302611" cy="982897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 smtClean="0">
                <a:solidFill>
                  <a:schemeClr val="tx1"/>
                </a:solidFill>
                <a:latin typeface="Century Schoolbook" panose="02040604050505020304" pitchFamily="18" charset="0"/>
              </a:rPr>
              <a:t>Robot Proxy</a:t>
            </a:r>
            <a:endParaRPr lang="it-IT" sz="1400" dirty="0">
              <a:solidFill>
                <a:schemeClr val="tx1"/>
              </a:solidFill>
              <a:latin typeface="Century Schoolbook" panose="02040604050505020304" pitchFamily="18" charset="0"/>
            </a:endParaRPr>
          </a:p>
        </p:txBody>
      </p:sp>
      <p:sp>
        <p:nvSpPr>
          <p:cNvPr id="85" name="Triangolo isoscele 84"/>
          <p:cNvSpPr/>
          <p:nvPr/>
        </p:nvSpPr>
        <p:spPr>
          <a:xfrm rot="16200000">
            <a:off x="4871482" y="4121320"/>
            <a:ext cx="301659" cy="260051"/>
          </a:xfrm>
          <a:prstGeom prst="triangle">
            <a:avLst/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86" name="Ovale 85"/>
          <p:cNvSpPr/>
          <p:nvPr/>
        </p:nvSpPr>
        <p:spPr>
          <a:xfrm>
            <a:off x="2220389" y="1632384"/>
            <a:ext cx="1302611" cy="982897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 smtClean="0">
                <a:solidFill>
                  <a:schemeClr val="tx1"/>
                </a:solidFill>
                <a:latin typeface="Century Schoolbook" panose="02040604050505020304" pitchFamily="18" charset="0"/>
              </a:rPr>
              <a:t>Planner Util</a:t>
            </a:r>
            <a:endParaRPr lang="it-IT" sz="1400" dirty="0">
              <a:solidFill>
                <a:schemeClr val="tx1"/>
              </a:solidFill>
              <a:latin typeface="Century Schoolbook" panose="02040604050505020304" pitchFamily="18" charset="0"/>
            </a:endParaRPr>
          </a:p>
        </p:txBody>
      </p:sp>
      <p:cxnSp>
        <p:nvCxnSpPr>
          <p:cNvPr id="87" name="Connettore 2 86"/>
          <p:cNvCxnSpPr/>
          <p:nvPr/>
        </p:nvCxnSpPr>
        <p:spPr>
          <a:xfrm flipH="1" flipV="1">
            <a:off x="2873853" y="3629746"/>
            <a:ext cx="2157" cy="541872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Rettangolo arrotondato 87"/>
          <p:cNvSpPr/>
          <p:nvPr/>
        </p:nvSpPr>
        <p:spPr>
          <a:xfrm>
            <a:off x="2065457" y="3157761"/>
            <a:ext cx="1616791" cy="47158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 smtClean="0">
                <a:solidFill>
                  <a:schemeClr val="tx1"/>
                </a:solidFill>
                <a:latin typeface="Century Schoolbook" panose="02040604050505020304" pitchFamily="18" charset="0"/>
              </a:rPr>
              <a:t>Directional Planner</a:t>
            </a:r>
            <a:endParaRPr lang="it-IT" sz="1400" dirty="0">
              <a:solidFill>
                <a:schemeClr val="tx1"/>
              </a:solidFill>
              <a:latin typeface="Century Schoolbook" panose="02040604050505020304" pitchFamily="18" charset="0"/>
            </a:endParaRPr>
          </a:p>
        </p:txBody>
      </p:sp>
      <p:cxnSp>
        <p:nvCxnSpPr>
          <p:cNvPr id="89" name="Connettore 2 88"/>
          <p:cNvCxnSpPr/>
          <p:nvPr/>
        </p:nvCxnSpPr>
        <p:spPr>
          <a:xfrm flipH="1" flipV="1">
            <a:off x="2871695" y="2615484"/>
            <a:ext cx="2157" cy="541872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Connettore 2 94"/>
          <p:cNvCxnSpPr/>
          <p:nvPr/>
        </p:nvCxnSpPr>
        <p:spPr>
          <a:xfrm>
            <a:off x="3526239" y="4647909"/>
            <a:ext cx="844768" cy="0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Connettore 2 95"/>
          <p:cNvCxnSpPr/>
          <p:nvPr/>
        </p:nvCxnSpPr>
        <p:spPr>
          <a:xfrm flipH="1">
            <a:off x="3523000" y="4820428"/>
            <a:ext cx="844768" cy="1823"/>
          </a:xfrm>
          <a:prstGeom prst="straightConnector1">
            <a:avLst/>
          </a:prstGeom>
          <a:ln w="19050">
            <a:solidFill>
              <a:schemeClr val="tx1"/>
            </a:solidFill>
            <a:prstDash val="sys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Ovale 96"/>
          <p:cNvSpPr/>
          <p:nvPr/>
        </p:nvSpPr>
        <p:spPr>
          <a:xfrm>
            <a:off x="6841875" y="4242720"/>
            <a:ext cx="1302611" cy="982897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 smtClean="0">
                <a:solidFill>
                  <a:schemeClr val="tx1"/>
                </a:solidFill>
                <a:latin typeface="Century Schoolbook" panose="02040604050505020304" pitchFamily="18" charset="0"/>
              </a:rPr>
              <a:t>Basic Step Robot</a:t>
            </a:r>
            <a:endParaRPr lang="it-IT" sz="1400" dirty="0">
              <a:solidFill>
                <a:schemeClr val="tx1"/>
              </a:solidFill>
              <a:latin typeface="Century Schoolbook" panose="02040604050505020304" pitchFamily="18" charset="0"/>
            </a:endParaRPr>
          </a:p>
        </p:txBody>
      </p:sp>
      <p:sp>
        <p:nvSpPr>
          <p:cNvPr id="98" name="Triangolo isoscele 97"/>
          <p:cNvSpPr/>
          <p:nvPr/>
        </p:nvSpPr>
        <p:spPr>
          <a:xfrm rot="16200000">
            <a:off x="7342350" y="4121320"/>
            <a:ext cx="301659" cy="260051"/>
          </a:xfrm>
          <a:prstGeom prst="triangle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99" name="Rettangolo 98"/>
          <p:cNvSpPr/>
          <p:nvPr/>
        </p:nvSpPr>
        <p:spPr>
          <a:xfrm>
            <a:off x="6518384" y="4616938"/>
            <a:ext cx="501185" cy="23810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cxnSp>
        <p:nvCxnSpPr>
          <p:cNvPr id="100" name="Connettore 2 99"/>
          <p:cNvCxnSpPr/>
          <p:nvPr/>
        </p:nvCxnSpPr>
        <p:spPr>
          <a:xfrm>
            <a:off x="5673617" y="4647907"/>
            <a:ext cx="844768" cy="1823"/>
          </a:xfrm>
          <a:prstGeom prst="straightConnector1">
            <a:avLst/>
          </a:prstGeom>
          <a:ln w="19050">
            <a:solidFill>
              <a:schemeClr val="tx1"/>
            </a:solidFill>
            <a:prstDash val="sys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Ovale 100"/>
          <p:cNvSpPr/>
          <p:nvPr/>
        </p:nvSpPr>
        <p:spPr>
          <a:xfrm>
            <a:off x="8989252" y="4242720"/>
            <a:ext cx="1302611" cy="982897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 smtClean="0">
                <a:solidFill>
                  <a:schemeClr val="tx1"/>
                </a:solidFill>
                <a:latin typeface="Century Schoolbook" panose="02040604050505020304" pitchFamily="18" charset="0"/>
              </a:rPr>
              <a:t>WEnv</a:t>
            </a:r>
            <a:endParaRPr lang="it-IT" sz="1400" dirty="0">
              <a:solidFill>
                <a:schemeClr val="tx1"/>
              </a:solidFill>
              <a:latin typeface="Century Schoolbook" panose="02040604050505020304" pitchFamily="18" charset="0"/>
            </a:endParaRPr>
          </a:p>
        </p:txBody>
      </p:sp>
      <p:sp>
        <p:nvSpPr>
          <p:cNvPr id="102" name="Triangolo isoscele 101"/>
          <p:cNvSpPr/>
          <p:nvPr/>
        </p:nvSpPr>
        <p:spPr>
          <a:xfrm rot="16200000">
            <a:off x="9489727" y="4121320"/>
            <a:ext cx="301659" cy="260051"/>
          </a:xfrm>
          <a:prstGeom prst="triangle">
            <a:avLst/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cxnSp>
        <p:nvCxnSpPr>
          <p:cNvPr id="103" name="Connettore 2 102"/>
          <p:cNvCxnSpPr/>
          <p:nvPr/>
        </p:nvCxnSpPr>
        <p:spPr>
          <a:xfrm flipV="1">
            <a:off x="8144484" y="4634422"/>
            <a:ext cx="721852" cy="2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Triangolo isoscele 103"/>
          <p:cNvSpPr/>
          <p:nvPr/>
        </p:nvSpPr>
        <p:spPr>
          <a:xfrm rot="16200000" flipV="1">
            <a:off x="8856502" y="4572964"/>
            <a:ext cx="142583" cy="122916"/>
          </a:xfrm>
          <a:prstGeom prst="triangle">
            <a:avLst/>
          </a:prstGeom>
          <a:solidFill>
            <a:schemeClr val="bg1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cxnSp>
        <p:nvCxnSpPr>
          <p:cNvPr id="105" name="Connettore 2 104"/>
          <p:cNvCxnSpPr/>
          <p:nvPr/>
        </p:nvCxnSpPr>
        <p:spPr>
          <a:xfrm flipV="1">
            <a:off x="8267400" y="4833910"/>
            <a:ext cx="721852" cy="2"/>
          </a:xfrm>
          <a:prstGeom prst="straightConnector1">
            <a:avLst/>
          </a:prstGeom>
          <a:ln w="19050">
            <a:solidFill>
              <a:schemeClr val="tx1"/>
            </a:solidFill>
            <a:prstDash val="sys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" name="Triangolo isoscele 105"/>
          <p:cNvSpPr/>
          <p:nvPr/>
        </p:nvSpPr>
        <p:spPr>
          <a:xfrm rot="5400000" flipH="1" flipV="1">
            <a:off x="8167744" y="4772454"/>
            <a:ext cx="142583" cy="122916"/>
          </a:xfrm>
          <a:prstGeom prst="triangle">
            <a:avLst/>
          </a:prstGeom>
          <a:solidFill>
            <a:schemeClr val="bg1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cxnSp>
        <p:nvCxnSpPr>
          <p:cNvPr id="25" name="Connettore 2 24"/>
          <p:cNvCxnSpPr/>
          <p:nvPr/>
        </p:nvCxnSpPr>
        <p:spPr>
          <a:xfrm flipH="1">
            <a:off x="5673615" y="4818605"/>
            <a:ext cx="844768" cy="1823"/>
          </a:xfrm>
          <a:prstGeom prst="straightConnector1">
            <a:avLst/>
          </a:prstGeom>
          <a:ln w="19050">
            <a:solidFill>
              <a:schemeClr val="tx1"/>
            </a:solidFill>
            <a:prstDash val="sys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140681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e 3"/>
          <p:cNvSpPr/>
          <p:nvPr/>
        </p:nvSpPr>
        <p:spPr>
          <a:xfrm>
            <a:off x="6680131" y="3436921"/>
            <a:ext cx="1302611" cy="982897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 smtClean="0">
                <a:solidFill>
                  <a:schemeClr val="tx1"/>
                </a:solidFill>
                <a:latin typeface="Century Schoolbook" panose="02040604050505020304" pitchFamily="18" charset="0"/>
              </a:rPr>
              <a:t>Weight</a:t>
            </a:r>
          </a:p>
          <a:p>
            <a:pPr algn="ctr"/>
            <a:r>
              <a:rPr lang="it-IT" sz="1400" dirty="0" smtClean="0">
                <a:solidFill>
                  <a:schemeClr val="tx1"/>
                </a:solidFill>
                <a:latin typeface="Century Schoolbook" panose="02040604050505020304" pitchFamily="18" charset="0"/>
              </a:rPr>
              <a:t>Actor</a:t>
            </a:r>
            <a:endParaRPr lang="it-IT" sz="1400" dirty="0">
              <a:solidFill>
                <a:schemeClr val="tx1"/>
              </a:solidFill>
              <a:latin typeface="Century Schoolbook" panose="02040604050505020304" pitchFamily="18" charset="0"/>
            </a:endParaRPr>
          </a:p>
        </p:txBody>
      </p:sp>
      <p:sp>
        <p:nvSpPr>
          <p:cNvPr id="5" name="Triangolo isoscele 4"/>
          <p:cNvSpPr/>
          <p:nvPr/>
        </p:nvSpPr>
        <p:spPr>
          <a:xfrm rot="16200000">
            <a:off x="7180606" y="3315521"/>
            <a:ext cx="301659" cy="260051"/>
          </a:xfrm>
          <a:prstGeom prst="triangle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6" name="Rettangolo 5"/>
          <p:cNvSpPr/>
          <p:nvPr/>
        </p:nvSpPr>
        <p:spPr>
          <a:xfrm>
            <a:off x="6356640" y="3811139"/>
            <a:ext cx="501185" cy="23810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cxnSp>
        <p:nvCxnSpPr>
          <p:cNvPr id="8" name="Connettore 2 7"/>
          <p:cNvCxnSpPr>
            <a:stCxn id="5" idx="5"/>
          </p:cNvCxnSpPr>
          <p:nvPr/>
        </p:nvCxnSpPr>
        <p:spPr>
          <a:xfrm flipH="1" flipV="1">
            <a:off x="7325988" y="2909763"/>
            <a:ext cx="5448" cy="460369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ttangolo arrotondato 9"/>
          <p:cNvSpPr/>
          <p:nvPr/>
        </p:nvSpPr>
        <p:spPr>
          <a:xfrm>
            <a:off x="6517592" y="2438183"/>
            <a:ext cx="1616791" cy="47158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 smtClean="0">
                <a:solidFill>
                  <a:schemeClr val="tx1"/>
                </a:solidFill>
                <a:latin typeface="Century Schoolbook" panose="02040604050505020304" pitchFamily="18" charset="0"/>
              </a:rPr>
              <a:t>Presence Weight</a:t>
            </a:r>
            <a:endParaRPr lang="it-IT" sz="1400" dirty="0">
              <a:solidFill>
                <a:schemeClr val="tx1"/>
              </a:solidFill>
              <a:latin typeface="Century Schoolbook" panose="02040604050505020304" pitchFamily="18" charset="0"/>
            </a:endParaRPr>
          </a:p>
        </p:txBody>
      </p:sp>
      <p:sp>
        <p:nvSpPr>
          <p:cNvPr id="11" name="Ovale 10"/>
          <p:cNvSpPr/>
          <p:nvPr/>
        </p:nvSpPr>
        <p:spPr>
          <a:xfrm>
            <a:off x="4381109" y="3436921"/>
            <a:ext cx="1302611" cy="982897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 smtClean="0">
                <a:solidFill>
                  <a:schemeClr val="tx1"/>
                </a:solidFill>
                <a:latin typeface="Century Schoolbook" panose="02040604050505020304" pitchFamily="18" charset="0"/>
              </a:rPr>
              <a:t>Sonar</a:t>
            </a:r>
          </a:p>
          <a:p>
            <a:pPr algn="ctr"/>
            <a:r>
              <a:rPr lang="it-IT" sz="1400" dirty="0" smtClean="0">
                <a:solidFill>
                  <a:schemeClr val="tx1"/>
                </a:solidFill>
                <a:latin typeface="Century Schoolbook" panose="02040604050505020304" pitchFamily="18" charset="0"/>
              </a:rPr>
              <a:t>Actor</a:t>
            </a:r>
            <a:endParaRPr lang="it-IT" sz="1400" dirty="0">
              <a:solidFill>
                <a:schemeClr val="tx1"/>
              </a:solidFill>
              <a:latin typeface="Century Schoolbook" panose="02040604050505020304" pitchFamily="18" charset="0"/>
            </a:endParaRPr>
          </a:p>
        </p:txBody>
      </p:sp>
      <p:sp>
        <p:nvSpPr>
          <p:cNvPr id="12" name="Triangolo isoscele 11"/>
          <p:cNvSpPr/>
          <p:nvPr/>
        </p:nvSpPr>
        <p:spPr>
          <a:xfrm rot="16200000">
            <a:off x="4881584" y="3315521"/>
            <a:ext cx="301659" cy="260051"/>
          </a:xfrm>
          <a:prstGeom prst="triangle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3" name="Rettangolo 12"/>
          <p:cNvSpPr/>
          <p:nvPr/>
        </p:nvSpPr>
        <p:spPr>
          <a:xfrm>
            <a:off x="4057618" y="3811139"/>
            <a:ext cx="501185" cy="23810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cxnSp>
        <p:nvCxnSpPr>
          <p:cNvPr id="15" name="Connettore 2 14"/>
          <p:cNvCxnSpPr>
            <a:stCxn id="12" idx="5"/>
          </p:cNvCxnSpPr>
          <p:nvPr/>
        </p:nvCxnSpPr>
        <p:spPr>
          <a:xfrm flipH="1" flipV="1">
            <a:off x="5026966" y="2909763"/>
            <a:ext cx="5448" cy="460369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ttangolo arrotondato 15"/>
          <p:cNvSpPr/>
          <p:nvPr/>
        </p:nvSpPr>
        <p:spPr>
          <a:xfrm>
            <a:off x="4218570" y="2438183"/>
            <a:ext cx="1616791" cy="47158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 smtClean="0">
                <a:solidFill>
                  <a:schemeClr val="tx1"/>
                </a:solidFill>
                <a:latin typeface="Century Schoolbook" panose="02040604050505020304" pitchFamily="18" charset="0"/>
              </a:rPr>
              <a:t>Presence Sonar</a:t>
            </a:r>
            <a:endParaRPr lang="it-IT" sz="1400" dirty="0">
              <a:solidFill>
                <a:schemeClr val="tx1"/>
              </a:solidFill>
              <a:latin typeface="Century Schoolbook" panose="020406040505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212902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" name="Connettore 4 15"/>
          <p:cNvCxnSpPr>
            <a:stCxn id="45" idx="2"/>
          </p:cNvCxnSpPr>
          <p:nvPr/>
        </p:nvCxnSpPr>
        <p:spPr>
          <a:xfrm rot="5400000" flipH="1">
            <a:off x="4878898" y="3029429"/>
            <a:ext cx="3538336" cy="711792"/>
          </a:xfrm>
          <a:prstGeom prst="bentConnector3">
            <a:avLst>
              <a:gd name="adj1" fmla="val -6461"/>
            </a:avLst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Rettangolo arrotondato 22"/>
          <p:cNvSpPr/>
          <p:nvPr/>
        </p:nvSpPr>
        <p:spPr>
          <a:xfrm>
            <a:off x="5503371" y="1302723"/>
            <a:ext cx="1244316" cy="294736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 smtClean="0">
                <a:solidFill>
                  <a:schemeClr val="tx1"/>
                </a:solidFill>
                <a:latin typeface="Century Schoolbook" panose="02040604050505020304" pitchFamily="18" charset="0"/>
              </a:rPr>
              <a:t>IDLE</a:t>
            </a:r>
          </a:p>
        </p:txBody>
      </p:sp>
      <p:sp>
        <p:nvSpPr>
          <p:cNvPr id="24" name="Rettangolo arrotondato 23"/>
          <p:cNvSpPr/>
          <p:nvPr/>
        </p:nvSpPr>
        <p:spPr>
          <a:xfrm>
            <a:off x="6366822" y="2186936"/>
            <a:ext cx="1275900" cy="294736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 smtClean="0">
                <a:solidFill>
                  <a:schemeClr val="tx1"/>
                </a:solidFill>
                <a:latin typeface="Century Schoolbook" panose="02040604050505020304" pitchFamily="18" charset="0"/>
              </a:rPr>
              <a:t>INDOOR</a:t>
            </a:r>
          </a:p>
        </p:txBody>
      </p:sp>
      <p:sp>
        <p:nvSpPr>
          <p:cNvPr id="25" name="Rettangolo arrotondato 24"/>
          <p:cNvSpPr/>
          <p:nvPr/>
        </p:nvSpPr>
        <p:spPr>
          <a:xfrm>
            <a:off x="4521448" y="2186936"/>
            <a:ext cx="1387624" cy="294736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 smtClean="0">
                <a:solidFill>
                  <a:schemeClr val="tx1"/>
                </a:solidFill>
                <a:latin typeface="Century Schoolbook" panose="02040604050505020304" pitchFamily="18" charset="0"/>
              </a:rPr>
              <a:t>UNPARKING</a:t>
            </a:r>
          </a:p>
        </p:txBody>
      </p:sp>
      <p:cxnSp>
        <p:nvCxnSpPr>
          <p:cNvPr id="26" name="Connettore 2 25"/>
          <p:cNvCxnSpPr/>
          <p:nvPr/>
        </p:nvCxnSpPr>
        <p:spPr>
          <a:xfrm>
            <a:off x="6566489" y="1591712"/>
            <a:ext cx="1" cy="593786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nettore 2 26"/>
          <p:cNvCxnSpPr/>
          <p:nvPr/>
        </p:nvCxnSpPr>
        <p:spPr>
          <a:xfrm>
            <a:off x="5665432" y="1595613"/>
            <a:ext cx="1" cy="593786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CasellaDiTesto 27"/>
          <p:cNvSpPr txBox="1"/>
          <p:nvPr/>
        </p:nvSpPr>
        <p:spPr>
          <a:xfrm>
            <a:off x="6566489" y="1678386"/>
            <a:ext cx="27751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600" dirty="0" smtClean="0">
                <a:solidFill>
                  <a:srgbClr val="00B050"/>
                </a:solidFill>
                <a:latin typeface="Century Schoolbook" panose="02040604050505020304" pitchFamily="18" charset="0"/>
              </a:rPr>
              <a:t>enter_request</a:t>
            </a:r>
            <a:r>
              <a:rPr lang="it-IT" sz="1600" dirty="0" smtClean="0">
                <a:latin typeface="Century Schoolbook" panose="02040604050505020304" pitchFamily="18" charset="0"/>
              </a:rPr>
              <a:t> / </a:t>
            </a:r>
            <a:r>
              <a:rPr lang="it-IT" sz="1600" dirty="0" smtClean="0">
                <a:solidFill>
                  <a:schemeClr val="accent2">
                    <a:lumMod val="75000"/>
                  </a:schemeClr>
                </a:solidFill>
                <a:latin typeface="Century Schoolbook" panose="02040604050505020304" pitchFamily="18" charset="0"/>
              </a:rPr>
              <a:t>goto_indoor</a:t>
            </a:r>
            <a:endParaRPr lang="it-IT" sz="1600" dirty="0">
              <a:solidFill>
                <a:schemeClr val="accent2">
                  <a:lumMod val="75000"/>
                </a:schemeClr>
              </a:solidFill>
              <a:latin typeface="Century Schoolbook" panose="02040604050505020304" pitchFamily="18" charset="0"/>
            </a:endParaRPr>
          </a:p>
        </p:txBody>
      </p:sp>
      <p:sp>
        <p:nvSpPr>
          <p:cNvPr id="29" name="Rettangolo arrotondato 28"/>
          <p:cNvSpPr/>
          <p:nvPr/>
        </p:nvSpPr>
        <p:spPr>
          <a:xfrm>
            <a:off x="6366013" y="3081240"/>
            <a:ext cx="1275900" cy="294736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 smtClean="0">
                <a:solidFill>
                  <a:schemeClr val="tx1"/>
                </a:solidFill>
                <a:latin typeface="Century Schoolbook" panose="02040604050505020304" pitchFamily="18" charset="0"/>
              </a:rPr>
              <a:t>TAKE IN</a:t>
            </a:r>
          </a:p>
        </p:txBody>
      </p:sp>
      <p:cxnSp>
        <p:nvCxnSpPr>
          <p:cNvPr id="31" name="Connettore 2 30"/>
          <p:cNvCxnSpPr/>
          <p:nvPr/>
        </p:nvCxnSpPr>
        <p:spPr>
          <a:xfrm>
            <a:off x="7021877" y="2487454"/>
            <a:ext cx="1" cy="593786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CasellaDiTesto 31"/>
          <p:cNvSpPr txBox="1"/>
          <p:nvPr/>
        </p:nvSpPr>
        <p:spPr>
          <a:xfrm>
            <a:off x="7021876" y="2615803"/>
            <a:ext cx="184537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600" dirty="0" smtClean="0">
                <a:solidFill>
                  <a:schemeClr val="accent1">
                    <a:lumMod val="75000"/>
                  </a:schemeClr>
                </a:solidFill>
                <a:latin typeface="Century Schoolbook" panose="02040604050505020304" pitchFamily="18" charset="0"/>
              </a:rPr>
              <a:t>done</a:t>
            </a:r>
            <a:r>
              <a:rPr lang="it-IT" sz="1600" dirty="0" smtClean="0">
                <a:latin typeface="Century Schoolbook" panose="02040604050505020304" pitchFamily="18" charset="0"/>
              </a:rPr>
              <a:t> / </a:t>
            </a:r>
            <a:r>
              <a:rPr lang="it-IT" sz="1600" dirty="0" smtClean="0">
                <a:solidFill>
                  <a:schemeClr val="accent2">
                    <a:lumMod val="75000"/>
                  </a:schemeClr>
                </a:solidFill>
                <a:latin typeface="Century Schoolbook" panose="02040604050505020304" pitchFamily="18" charset="0"/>
              </a:rPr>
              <a:t>pickup_car</a:t>
            </a:r>
            <a:endParaRPr lang="it-IT" sz="1600" dirty="0">
              <a:solidFill>
                <a:schemeClr val="accent2">
                  <a:lumMod val="75000"/>
                </a:schemeClr>
              </a:solidFill>
              <a:latin typeface="Century Schoolbook" panose="02040604050505020304" pitchFamily="18" charset="0"/>
            </a:endParaRPr>
          </a:p>
        </p:txBody>
      </p:sp>
      <p:sp>
        <p:nvSpPr>
          <p:cNvPr id="34" name="Rettangolo arrotondato 33"/>
          <p:cNvSpPr/>
          <p:nvPr/>
        </p:nvSpPr>
        <p:spPr>
          <a:xfrm>
            <a:off x="6366012" y="3975544"/>
            <a:ext cx="1275900" cy="294736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 smtClean="0">
                <a:solidFill>
                  <a:schemeClr val="tx1"/>
                </a:solidFill>
                <a:latin typeface="Century Schoolbook" panose="02040604050505020304" pitchFamily="18" charset="0"/>
              </a:rPr>
              <a:t>PARKING</a:t>
            </a:r>
          </a:p>
        </p:txBody>
      </p:sp>
      <p:cxnSp>
        <p:nvCxnSpPr>
          <p:cNvPr id="35" name="Connettore 2 34"/>
          <p:cNvCxnSpPr/>
          <p:nvPr/>
        </p:nvCxnSpPr>
        <p:spPr>
          <a:xfrm>
            <a:off x="7021876" y="3381758"/>
            <a:ext cx="1" cy="593786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CasellaDiTesto 35"/>
          <p:cNvSpPr txBox="1"/>
          <p:nvPr/>
        </p:nvSpPr>
        <p:spPr>
          <a:xfrm>
            <a:off x="7021875" y="3510107"/>
            <a:ext cx="205056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600" dirty="0" smtClean="0">
                <a:solidFill>
                  <a:schemeClr val="accent1">
                    <a:lumMod val="75000"/>
                  </a:schemeClr>
                </a:solidFill>
                <a:latin typeface="Century Schoolbook" panose="02040604050505020304" pitchFamily="18" charset="0"/>
              </a:rPr>
              <a:t>done</a:t>
            </a:r>
            <a:r>
              <a:rPr lang="it-IT" sz="1600" dirty="0" smtClean="0">
                <a:latin typeface="Century Schoolbook" panose="02040604050505020304" pitchFamily="18" charset="0"/>
              </a:rPr>
              <a:t> / </a:t>
            </a:r>
            <a:r>
              <a:rPr lang="it-IT" sz="1600" dirty="0" smtClean="0">
                <a:solidFill>
                  <a:schemeClr val="accent2">
                    <a:lumMod val="75000"/>
                  </a:schemeClr>
                </a:solidFill>
                <a:latin typeface="Century Schoolbook" panose="02040604050505020304" pitchFamily="18" charset="0"/>
              </a:rPr>
              <a:t>goto_parking</a:t>
            </a:r>
            <a:endParaRPr lang="it-IT" sz="1600" dirty="0">
              <a:solidFill>
                <a:schemeClr val="accent2">
                  <a:lumMod val="75000"/>
                </a:schemeClr>
              </a:solidFill>
              <a:latin typeface="Century Schoolbook" panose="02040604050505020304" pitchFamily="18" charset="0"/>
            </a:endParaRPr>
          </a:p>
        </p:txBody>
      </p:sp>
      <p:sp>
        <p:nvSpPr>
          <p:cNvPr id="45" name="Rettangolo arrotondato 44"/>
          <p:cNvSpPr/>
          <p:nvPr/>
        </p:nvSpPr>
        <p:spPr>
          <a:xfrm>
            <a:off x="6366012" y="4859757"/>
            <a:ext cx="1275900" cy="294736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 smtClean="0">
                <a:solidFill>
                  <a:schemeClr val="tx1"/>
                </a:solidFill>
                <a:latin typeface="Century Schoolbook" panose="02040604050505020304" pitchFamily="18" charset="0"/>
              </a:rPr>
              <a:t>PARKED</a:t>
            </a:r>
          </a:p>
        </p:txBody>
      </p:sp>
      <p:cxnSp>
        <p:nvCxnSpPr>
          <p:cNvPr id="46" name="Connettore 2 45"/>
          <p:cNvCxnSpPr/>
          <p:nvPr/>
        </p:nvCxnSpPr>
        <p:spPr>
          <a:xfrm>
            <a:off x="7021876" y="4265971"/>
            <a:ext cx="1" cy="593786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CasellaDiTesto 46"/>
          <p:cNvSpPr txBox="1"/>
          <p:nvPr/>
        </p:nvSpPr>
        <p:spPr>
          <a:xfrm>
            <a:off x="7021875" y="4394320"/>
            <a:ext cx="203613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600" dirty="0" smtClean="0">
                <a:solidFill>
                  <a:schemeClr val="accent1">
                    <a:lumMod val="75000"/>
                  </a:schemeClr>
                </a:solidFill>
                <a:latin typeface="Century Schoolbook" panose="02040604050505020304" pitchFamily="18" charset="0"/>
              </a:rPr>
              <a:t>done</a:t>
            </a:r>
            <a:r>
              <a:rPr lang="it-IT" sz="1600" dirty="0" smtClean="0">
                <a:latin typeface="Century Schoolbook" panose="02040604050505020304" pitchFamily="18" charset="0"/>
              </a:rPr>
              <a:t> / </a:t>
            </a:r>
            <a:r>
              <a:rPr lang="it-IT" sz="1600" dirty="0" smtClean="0">
                <a:solidFill>
                  <a:schemeClr val="accent2">
                    <a:lumMod val="75000"/>
                  </a:schemeClr>
                </a:solidFill>
                <a:latin typeface="Century Schoolbook" panose="02040604050505020304" pitchFamily="18" charset="0"/>
              </a:rPr>
              <a:t>putdown_car</a:t>
            </a:r>
            <a:endParaRPr lang="it-IT" sz="1600" dirty="0">
              <a:solidFill>
                <a:schemeClr val="accent2">
                  <a:lumMod val="75000"/>
                </a:schemeClr>
              </a:solidFill>
              <a:latin typeface="Century Schoolbook" panose="02040604050505020304" pitchFamily="18" charset="0"/>
            </a:endParaRPr>
          </a:p>
        </p:txBody>
      </p:sp>
      <p:sp>
        <p:nvSpPr>
          <p:cNvPr id="50" name="CasellaDiTesto 49"/>
          <p:cNvSpPr txBox="1"/>
          <p:nvPr/>
        </p:nvSpPr>
        <p:spPr>
          <a:xfrm>
            <a:off x="7021875" y="5216724"/>
            <a:ext cx="181812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600" dirty="0" smtClean="0">
                <a:solidFill>
                  <a:schemeClr val="accent1">
                    <a:lumMod val="75000"/>
                  </a:schemeClr>
                </a:solidFill>
                <a:latin typeface="Century Schoolbook" panose="02040604050505020304" pitchFamily="18" charset="0"/>
              </a:rPr>
              <a:t>done</a:t>
            </a:r>
            <a:r>
              <a:rPr lang="it-IT" sz="1600" dirty="0" smtClean="0">
                <a:latin typeface="Century Schoolbook" panose="02040604050505020304" pitchFamily="18" charset="0"/>
              </a:rPr>
              <a:t> / </a:t>
            </a:r>
            <a:r>
              <a:rPr lang="it-IT" sz="1600" dirty="0" smtClean="0">
                <a:solidFill>
                  <a:schemeClr val="accent2">
                    <a:lumMod val="75000"/>
                  </a:schemeClr>
                </a:solidFill>
                <a:latin typeface="Century Schoolbook" panose="02040604050505020304" pitchFamily="18" charset="0"/>
              </a:rPr>
              <a:t>goto_home</a:t>
            </a:r>
            <a:endParaRPr lang="it-IT" sz="1600" dirty="0">
              <a:solidFill>
                <a:schemeClr val="accent2">
                  <a:lumMod val="75000"/>
                </a:schemeClr>
              </a:solidFill>
              <a:latin typeface="Century Schoolbook" panose="02040604050505020304" pitchFamily="18" charset="0"/>
            </a:endParaRPr>
          </a:p>
        </p:txBody>
      </p:sp>
      <p:sp>
        <p:nvSpPr>
          <p:cNvPr id="59" name="Rettangolo arrotondato 58"/>
          <p:cNvSpPr/>
          <p:nvPr/>
        </p:nvSpPr>
        <p:spPr>
          <a:xfrm>
            <a:off x="4521448" y="3076931"/>
            <a:ext cx="1387624" cy="294736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 smtClean="0">
                <a:solidFill>
                  <a:schemeClr val="tx1"/>
                </a:solidFill>
                <a:latin typeface="Century Schoolbook" panose="02040604050505020304" pitchFamily="18" charset="0"/>
              </a:rPr>
              <a:t>TAKE OUT</a:t>
            </a:r>
          </a:p>
        </p:txBody>
      </p:sp>
      <p:cxnSp>
        <p:nvCxnSpPr>
          <p:cNvPr id="60" name="Connettore 2 59"/>
          <p:cNvCxnSpPr/>
          <p:nvPr/>
        </p:nvCxnSpPr>
        <p:spPr>
          <a:xfrm>
            <a:off x="5228372" y="2483145"/>
            <a:ext cx="1" cy="593786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CasellaDiTesto 60"/>
          <p:cNvSpPr txBox="1"/>
          <p:nvPr/>
        </p:nvSpPr>
        <p:spPr>
          <a:xfrm>
            <a:off x="3331124" y="2610761"/>
            <a:ext cx="184537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600" dirty="0" smtClean="0">
                <a:solidFill>
                  <a:schemeClr val="accent1">
                    <a:lumMod val="75000"/>
                  </a:schemeClr>
                </a:solidFill>
                <a:latin typeface="Century Schoolbook" panose="02040604050505020304" pitchFamily="18" charset="0"/>
              </a:rPr>
              <a:t>done</a:t>
            </a:r>
            <a:r>
              <a:rPr lang="it-IT" sz="1600" dirty="0" smtClean="0">
                <a:latin typeface="Century Schoolbook" panose="02040604050505020304" pitchFamily="18" charset="0"/>
              </a:rPr>
              <a:t> / </a:t>
            </a:r>
            <a:r>
              <a:rPr lang="it-IT" sz="1600" dirty="0" smtClean="0">
                <a:solidFill>
                  <a:schemeClr val="accent2">
                    <a:lumMod val="75000"/>
                  </a:schemeClr>
                </a:solidFill>
                <a:latin typeface="Century Schoolbook" panose="02040604050505020304" pitchFamily="18" charset="0"/>
              </a:rPr>
              <a:t>pickup_car</a:t>
            </a:r>
            <a:endParaRPr lang="it-IT" sz="1600" dirty="0">
              <a:solidFill>
                <a:schemeClr val="accent2">
                  <a:lumMod val="75000"/>
                </a:schemeClr>
              </a:solidFill>
              <a:latin typeface="Century Schoolbook" panose="02040604050505020304" pitchFamily="18" charset="0"/>
            </a:endParaRPr>
          </a:p>
        </p:txBody>
      </p:sp>
      <p:sp>
        <p:nvSpPr>
          <p:cNvPr id="62" name="CasellaDiTesto 61"/>
          <p:cNvSpPr txBox="1"/>
          <p:nvPr/>
        </p:nvSpPr>
        <p:spPr>
          <a:xfrm>
            <a:off x="2850393" y="1677685"/>
            <a:ext cx="277191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600" dirty="0" smtClean="0">
                <a:solidFill>
                  <a:srgbClr val="00B050"/>
                </a:solidFill>
                <a:latin typeface="Century Schoolbook" panose="02040604050505020304" pitchFamily="18" charset="0"/>
              </a:rPr>
              <a:t>exit_request</a:t>
            </a:r>
            <a:r>
              <a:rPr lang="it-IT" sz="1600" dirty="0" smtClean="0">
                <a:latin typeface="Century Schoolbook" panose="02040604050505020304" pitchFamily="18" charset="0"/>
              </a:rPr>
              <a:t> / </a:t>
            </a:r>
            <a:r>
              <a:rPr lang="it-IT" sz="1600" dirty="0" smtClean="0">
                <a:solidFill>
                  <a:schemeClr val="accent2">
                    <a:lumMod val="75000"/>
                  </a:schemeClr>
                </a:solidFill>
                <a:latin typeface="Century Schoolbook" panose="02040604050505020304" pitchFamily="18" charset="0"/>
              </a:rPr>
              <a:t>goto_parking</a:t>
            </a:r>
            <a:endParaRPr lang="it-IT" sz="1600" dirty="0">
              <a:solidFill>
                <a:schemeClr val="accent2">
                  <a:lumMod val="75000"/>
                </a:schemeClr>
              </a:solidFill>
              <a:latin typeface="Century Schoolbook" panose="02040604050505020304" pitchFamily="18" charset="0"/>
            </a:endParaRPr>
          </a:p>
        </p:txBody>
      </p:sp>
      <p:sp>
        <p:nvSpPr>
          <p:cNvPr id="64" name="Rettangolo arrotondato 63"/>
          <p:cNvSpPr/>
          <p:nvPr/>
        </p:nvSpPr>
        <p:spPr>
          <a:xfrm>
            <a:off x="4523051" y="3975544"/>
            <a:ext cx="1387624" cy="294736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 smtClean="0">
                <a:solidFill>
                  <a:schemeClr val="tx1"/>
                </a:solidFill>
                <a:latin typeface="Century Schoolbook" panose="02040604050505020304" pitchFamily="18" charset="0"/>
              </a:rPr>
              <a:t>OUTDOOR</a:t>
            </a:r>
          </a:p>
        </p:txBody>
      </p:sp>
      <p:cxnSp>
        <p:nvCxnSpPr>
          <p:cNvPr id="65" name="Connettore 2 64"/>
          <p:cNvCxnSpPr/>
          <p:nvPr/>
        </p:nvCxnSpPr>
        <p:spPr>
          <a:xfrm>
            <a:off x="5229975" y="3381758"/>
            <a:ext cx="1" cy="593786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CasellaDiTesto 65"/>
          <p:cNvSpPr txBox="1"/>
          <p:nvPr/>
        </p:nvSpPr>
        <p:spPr>
          <a:xfrm>
            <a:off x="3222289" y="3509374"/>
            <a:ext cx="20281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600" dirty="0" smtClean="0">
                <a:solidFill>
                  <a:schemeClr val="accent1">
                    <a:lumMod val="75000"/>
                  </a:schemeClr>
                </a:solidFill>
                <a:latin typeface="Century Schoolbook" panose="02040604050505020304" pitchFamily="18" charset="0"/>
              </a:rPr>
              <a:t>done</a:t>
            </a:r>
            <a:r>
              <a:rPr lang="it-IT" sz="1600" dirty="0" smtClean="0">
                <a:latin typeface="Century Schoolbook" panose="02040604050505020304" pitchFamily="18" charset="0"/>
              </a:rPr>
              <a:t> / </a:t>
            </a:r>
            <a:r>
              <a:rPr lang="it-IT" sz="1600" dirty="0" smtClean="0">
                <a:solidFill>
                  <a:schemeClr val="accent2">
                    <a:lumMod val="75000"/>
                  </a:schemeClr>
                </a:solidFill>
                <a:latin typeface="Century Schoolbook" panose="02040604050505020304" pitchFamily="18" charset="0"/>
              </a:rPr>
              <a:t>goto_outdoor</a:t>
            </a:r>
            <a:endParaRPr lang="it-IT" sz="1600" dirty="0">
              <a:solidFill>
                <a:schemeClr val="accent2">
                  <a:lumMod val="75000"/>
                </a:schemeClr>
              </a:solidFill>
              <a:latin typeface="Century Schoolbook" panose="02040604050505020304" pitchFamily="18" charset="0"/>
            </a:endParaRPr>
          </a:p>
        </p:txBody>
      </p:sp>
      <p:sp>
        <p:nvSpPr>
          <p:cNvPr id="67" name="Rettangolo arrotondato 66"/>
          <p:cNvSpPr/>
          <p:nvPr/>
        </p:nvSpPr>
        <p:spPr>
          <a:xfrm>
            <a:off x="4508990" y="4874157"/>
            <a:ext cx="1387624" cy="294736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 smtClean="0">
                <a:solidFill>
                  <a:schemeClr val="tx1"/>
                </a:solidFill>
                <a:latin typeface="Century Schoolbook" panose="02040604050505020304" pitchFamily="18" charset="0"/>
              </a:rPr>
              <a:t>LEAVING</a:t>
            </a:r>
          </a:p>
        </p:txBody>
      </p:sp>
      <p:cxnSp>
        <p:nvCxnSpPr>
          <p:cNvPr id="68" name="Connettore 2 67"/>
          <p:cNvCxnSpPr/>
          <p:nvPr/>
        </p:nvCxnSpPr>
        <p:spPr>
          <a:xfrm>
            <a:off x="5215914" y="4280371"/>
            <a:ext cx="1" cy="593786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CasellaDiTesto 68"/>
          <p:cNvSpPr txBox="1"/>
          <p:nvPr/>
        </p:nvSpPr>
        <p:spPr>
          <a:xfrm>
            <a:off x="3136541" y="4396910"/>
            <a:ext cx="203613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600" dirty="0" smtClean="0">
                <a:solidFill>
                  <a:schemeClr val="accent1">
                    <a:lumMod val="75000"/>
                  </a:schemeClr>
                </a:solidFill>
                <a:latin typeface="Century Schoolbook" panose="02040604050505020304" pitchFamily="18" charset="0"/>
              </a:rPr>
              <a:t>done</a:t>
            </a:r>
            <a:r>
              <a:rPr lang="it-IT" sz="1600" dirty="0" smtClean="0">
                <a:latin typeface="Century Schoolbook" panose="02040604050505020304" pitchFamily="18" charset="0"/>
              </a:rPr>
              <a:t> / </a:t>
            </a:r>
            <a:r>
              <a:rPr lang="it-IT" sz="1600" dirty="0" smtClean="0">
                <a:solidFill>
                  <a:schemeClr val="accent2">
                    <a:lumMod val="75000"/>
                  </a:schemeClr>
                </a:solidFill>
                <a:latin typeface="Century Schoolbook" panose="02040604050505020304" pitchFamily="18" charset="0"/>
              </a:rPr>
              <a:t>putdown_car</a:t>
            </a:r>
            <a:endParaRPr lang="it-IT" sz="1600" dirty="0">
              <a:solidFill>
                <a:schemeClr val="accent2">
                  <a:lumMod val="75000"/>
                </a:schemeClr>
              </a:solidFill>
              <a:latin typeface="Century Schoolbook" panose="02040604050505020304" pitchFamily="18" charset="0"/>
            </a:endParaRPr>
          </a:p>
        </p:txBody>
      </p:sp>
      <p:cxnSp>
        <p:nvCxnSpPr>
          <p:cNvPr id="70" name="Connettore 4 69"/>
          <p:cNvCxnSpPr>
            <a:stCxn id="67" idx="2"/>
          </p:cNvCxnSpPr>
          <p:nvPr/>
        </p:nvCxnSpPr>
        <p:spPr>
          <a:xfrm rot="5400000" flipH="1" flipV="1">
            <a:off x="3828739" y="2990218"/>
            <a:ext cx="3552738" cy="804612"/>
          </a:xfrm>
          <a:prstGeom prst="bentConnector3">
            <a:avLst>
              <a:gd name="adj1" fmla="val -6434"/>
            </a:avLst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CasellaDiTesto 72"/>
          <p:cNvSpPr txBox="1"/>
          <p:nvPr/>
        </p:nvSpPr>
        <p:spPr>
          <a:xfrm>
            <a:off x="3354550" y="5170064"/>
            <a:ext cx="181812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600" dirty="0" smtClean="0">
                <a:solidFill>
                  <a:schemeClr val="accent1">
                    <a:lumMod val="75000"/>
                  </a:schemeClr>
                </a:solidFill>
                <a:latin typeface="Century Schoolbook" panose="02040604050505020304" pitchFamily="18" charset="0"/>
              </a:rPr>
              <a:t>done</a:t>
            </a:r>
            <a:r>
              <a:rPr lang="it-IT" sz="1600" dirty="0" smtClean="0">
                <a:latin typeface="Century Schoolbook" panose="02040604050505020304" pitchFamily="18" charset="0"/>
              </a:rPr>
              <a:t> / </a:t>
            </a:r>
            <a:r>
              <a:rPr lang="it-IT" sz="1600" dirty="0" smtClean="0">
                <a:solidFill>
                  <a:schemeClr val="accent2">
                    <a:lumMod val="75000"/>
                  </a:schemeClr>
                </a:solidFill>
                <a:latin typeface="Century Schoolbook" panose="02040604050505020304" pitchFamily="18" charset="0"/>
              </a:rPr>
              <a:t>goto_home</a:t>
            </a:r>
            <a:endParaRPr lang="it-IT" sz="1600" dirty="0">
              <a:solidFill>
                <a:schemeClr val="accent2">
                  <a:lumMod val="75000"/>
                </a:schemeClr>
              </a:solidFill>
              <a:latin typeface="Century Schoolbook" panose="020406040505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352793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ttangolo arrotondato 3"/>
          <p:cNvSpPr/>
          <p:nvPr/>
        </p:nvSpPr>
        <p:spPr>
          <a:xfrm>
            <a:off x="3046401" y="3039085"/>
            <a:ext cx="1652621" cy="440431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 smtClean="0">
                <a:solidFill>
                  <a:schemeClr val="tx1"/>
                </a:solidFill>
                <a:latin typeface="Century Schoolbook" panose="02040604050505020304" pitchFamily="18" charset="0"/>
              </a:rPr>
              <a:t>acceptIN</a:t>
            </a:r>
          </a:p>
        </p:txBody>
      </p:sp>
      <p:sp>
        <p:nvSpPr>
          <p:cNvPr id="5" name="Rettangolo arrotondato 4"/>
          <p:cNvSpPr/>
          <p:nvPr/>
        </p:nvSpPr>
        <p:spPr>
          <a:xfrm>
            <a:off x="3046399" y="3787873"/>
            <a:ext cx="1652621" cy="440431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 smtClean="0">
                <a:solidFill>
                  <a:schemeClr val="tx1"/>
                </a:solidFill>
                <a:latin typeface="Century Schoolbook" panose="02040604050505020304" pitchFamily="18" charset="0"/>
              </a:rPr>
              <a:t>informIN</a:t>
            </a:r>
          </a:p>
          <a:p>
            <a:pPr algn="ctr"/>
            <a:r>
              <a:rPr lang="it-IT" sz="1400" dirty="0" smtClean="0">
                <a:solidFill>
                  <a:schemeClr val="tx1"/>
                </a:solidFill>
                <a:latin typeface="Century Schoolbook" panose="02040604050505020304" pitchFamily="18" charset="0"/>
              </a:rPr>
              <a:t>/</a:t>
            </a:r>
            <a:r>
              <a:rPr lang="it-IT" sz="1400" dirty="0" smtClean="0">
                <a:solidFill>
                  <a:schemeClr val="accent2">
                    <a:lumMod val="75000"/>
                  </a:schemeClr>
                </a:solidFill>
                <a:latin typeface="Century Schoolbook" panose="02040604050505020304" pitchFamily="18" charset="0"/>
              </a:rPr>
              <a:t>SLOTNUM</a:t>
            </a:r>
          </a:p>
        </p:txBody>
      </p:sp>
      <p:sp>
        <p:nvSpPr>
          <p:cNvPr id="15" name="Rettangolo arrotondato 14"/>
          <p:cNvSpPr/>
          <p:nvPr/>
        </p:nvSpPr>
        <p:spPr>
          <a:xfrm>
            <a:off x="3046401" y="4535335"/>
            <a:ext cx="1652621" cy="440431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 smtClean="0">
                <a:solidFill>
                  <a:schemeClr val="tx1"/>
                </a:solidFill>
                <a:latin typeface="Century Schoolbook" panose="02040604050505020304" pitchFamily="18" charset="0"/>
              </a:rPr>
              <a:t>moveToIn</a:t>
            </a:r>
          </a:p>
          <a:p>
            <a:pPr algn="ctr"/>
            <a:r>
              <a:rPr lang="it-IT" sz="1400" dirty="0" smtClean="0">
                <a:solidFill>
                  <a:schemeClr val="tx1"/>
                </a:solidFill>
                <a:latin typeface="Century Schoolbook" panose="02040604050505020304" pitchFamily="18" charset="0"/>
              </a:rPr>
              <a:t>/</a:t>
            </a:r>
            <a:r>
              <a:rPr lang="it-IT" sz="1400" dirty="0" smtClean="0">
                <a:solidFill>
                  <a:schemeClr val="accent2">
                    <a:lumMod val="75000"/>
                  </a:schemeClr>
                </a:solidFill>
                <a:latin typeface="Century Schoolbook" panose="02040604050505020304" pitchFamily="18" charset="0"/>
              </a:rPr>
              <a:t>goto INDOOR</a:t>
            </a:r>
          </a:p>
        </p:txBody>
      </p:sp>
      <p:sp>
        <p:nvSpPr>
          <p:cNvPr id="16" name="Rettangolo arrotondato 15"/>
          <p:cNvSpPr/>
          <p:nvPr/>
        </p:nvSpPr>
        <p:spPr>
          <a:xfrm>
            <a:off x="3046401" y="5284123"/>
            <a:ext cx="1652621" cy="440431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 smtClean="0">
                <a:solidFill>
                  <a:schemeClr val="tx1"/>
                </a:solidFill>
                <a:latin typeface="Century Schoolbook" panose="02040604050505020304" pitchFamily="18" charset="0"/>
              </a:rPr>
              <a:t>receipt</a:t>
            </a:r>
          </a:p>
          <a:p>
            <a:pPr algn="ctr"/>
            <a:r>
              <a:rPr lang="it-IT" sz="1400" dirty="0" smtClean="0">
                <a:solidFill>
                  <a:schemeClr val="tx1"/>
                </a:solidFill>
                <a:latin typeface="Century Schoolbook" panose="02040604050505020304" pitchFamily="18" charset="0"/>
              </a:rPr>
              <a:t>/</a:t>
            </a:r>
            <a:r>
              <a:rPr lang="it-IT" sz="1400" dirty="0" smtClean="0">
                <a:solidFill>
                  <a:schemeClr val="accent2">
                    <a:lumMod val="75000"/>
                  </a:schemeClr>
                </a:solidFill>
                <a:latin typeface="Century Schoolbook" panose="02040604050505020304" pitchFamily="18" charset="0"/>
              </a:rPr>
              <a:t>TOKENID</a:t>
            </a:r>
          </a:p>
        </p:txBody>
      </p:sp>
      <p:sp>
        <p:nvSpPr>
          <p:cNvPr id="17" name="Rettangolo arrotondato 16"/>
          <p:cNvSpPr/>
          <p:nvPr/>
        </p:nvSpPr>
        <p:spPr>
          <a:xfrm>
            <a:off x="3046401" y="6030259"/>
            <a:ext cx="1652621" cy="440431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 smtClean="0">
                <a:solidFill>
                  <a:schemeClr val="tx1"/>
                </a:solidFill>
                <a:latin typeface="Century Schoolbook" panose="02040604050505020304" pitchFamily="18" charset="0"/>
              </a:rPr>
              <a:t>moveToSlotIn</a:t>
            </a:r>
          </a:p>
          <a:p>
            <a:pPr algn="ctr"/>
            <a:r>
              <a:rPr lang="it-IT" sz="1400" dirty="0" smtClean="0">
                <a:solidFill>
                  <a:schemeClr val="tx1"/>
                </a:solidFill>
                <a:latin typeface="Century Schoolbook" panose="02040604050505020304" pitchFamily="18" charset="0"/>
              </a:rPr>
              <a:t>/</a:t>
            </a:r>
            <a:r>
              <a:rPr lang="it-IT" sz="1400" dirty="0" smtClean="0">
                <a:solidFill>
                  <a:schemeClr val="accent2">
                    <a:lumMod val="75000"/>
                  </a:schemeClr>
                </a:solidFill>
                <a:latin typeface="Century Schoolbook" panose="02040604050505020304" pitchFamily="18" charset="0"/>
              </a:rPr>
              <a:t>goto SLOT</a:t>
            </a:r>
          </a:p>
        </p:txBody>
      </p:sp>
      <p:sp>
        <p:nvSpPr>
          <p:cNvPr id="19" name="Rettangolo arrotondato 18"/>
          <p:cNvSpPr/>
          <p:nvPr/>
        </p:nvSpPr>
        <p:spPr>
          <a:xfrm>
            <a:off x="7981538" y="3039085"/>
            <a:ext cx="1652621" cy="440431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 smtClean="0">
                <a:solidFill>
                  <a:schemeClr val="tx1"/>
                </a:solidFill>
                <a:latin typeface="Century Schoolbook" panose="02040604050505020304" pitchFamily="18" charset="0"/>
              </a:rPr>
              <a:t>acceptOUT</a:t>
            </a:r>
          </a:p>
        </p:txBody>
      </p:sp>
      <p:sp>
        <p:nvSpPr>
          <p:cNvPr id="21" name="Rettangolo arrotondato 20"/>
          <p:cNvSpPr/>
          <p:nvPr/>
        </p:nvSpPr>
        <p:spPr>
          <a:xfrm>
            <a:off x="5513968" y="5282797"/>
            <a:ext cx="1652621" cy="440431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 smtClean="0">
                <a:solidFill>
                  <a:schemeClr val="tx1"/>
                </a:solidFill>
                <a:latin typeface="Century Schoolbook" panose="02040604050505020304" pitchFamily="18" charset="0"/>
              </a:rPr>
              <a:t>moveToHome</a:t>
            </a:r>
          </a:p>
          <a:p>
            <a:pPr algn="ctr"/>
            <a:r>
              <a:rPr lang="it-IT" sz="1400" dirty="0" smtClean="0">
                <a:solidFill>
                  <a:schemeClr val="tx1"/>
                </a:solidFill>
                <a:latin typeface="Century Schoolbook" panose="02040604050505020304" pitchFamily="18" charset="0"/>
              </a:rPr>
              <a:t>/ </a:t>
            </a:r>
            <a:r>
              <a:rPr lang="it-IT" sz="1400" dirty="0" smtClean="0">
                <a:solidFill>
                  <a:schemeClr val="accent2">
                    <a:lumMod val="75000"/>
                  </a:schemeClr>
                </a:solidFill>
                <a:latin typeface="Century Schoolbook" panose="02040604050505020304" pitchFamily="18" charset="0"/>
              </a:rPr>
              <a:t>goto HOME</a:t>
            </a:r>
          </a:p>
        </p:txBody>
      </p:sp>
      <p:sp>
        <p:nvSpPr>
          <p:cNvPr id="22" name="Rettangolo arrotondato 21"/>
          <p:cNvSpPr/>
          <p:nvPr/>
        </p:nvSpPr>
        <p:spPr>
          <a:xfrm>
            <a:off x="7981537" y="3787873"/>
            <a:ext cx="1652621" cy="440431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 smtClean="0">
                <a:solidFill>
                  <a:schemeClr val="tx1"/>
                </a:solidFill>
                <a:latin typeface="Century Schoolbook" panose="02040604050505020304" pitchFamily="18" charset="0"/>
              </a:rPr>
              <a:t>findSlot</a:t>
            </a:r>
          </a:p>
          <a:p>
            <a:pPr algn="ctr"/>
            <a:r>
              <a:rPr lang="it-IT" sz="1400" dirty="0" smtClean="0">
                <a:solidFill>
                  <a:schemeClr val="tx1"/>
                </a:solidFill>
                <a:latin typeface="Century Schoolbook" panose="02040604050505020304" pitchFamily="18" charset="0"/>
              </a:rPr>
              <a:t>/</a:t>
            </a:r>
            <a:r>
              <a:rPr lang="it-IT" sz="1400" dirty="0" smtClean="0">
                <a:solidFill>
                  <a:schemeClr val="accent2">
                    <a:lumMod val="75000"/>
                  </a:schemeClr>
                </a:solidFill>
                <a:latin typeface="Century Schoolbook" panose="02040604050505020304" pitchFamily="18" charset="0"/>
              </a:rPr>
              <a:t>CARSLOTNUM</a:t>
            </a:r>
          </a:p>
        </p:txBody>
      </p:sp>
      <p:sp>
        <p:nvSpPr>
          <p:cNvPr id="23" name="Rettangolo arrotondato 22"/>
          <p:cNvSpPr/>
          <p:nvPr/>
        </p:nvSpPr>
        <p:spPr>
          <a:xfrm>
            <a:off x="7981537" y="4536661"/>
            <a:ext cx="1652621" cy="440431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 smtClean="0">
                <a:solidFill>
                  <a:schemeClr val="tx1"/>
                </a:solidFill>
                <a:latin typeface="Century Schoolbook" panose="02040604050505020304" pitchFamily="18" charset="0"/>
              </a:rPr>
              <a:t>moveToSlotOut</a:t>
            </a:r>
          </a:p>
          <a:p>
            <a:pPr algn="ctr"/>
            <a:r>
              <a:rPr lang="it-IT" sz="1400" dirty="0" smtClean="0">
                <a:solidFill>
                  <a:schemeClr val="tx1"/>
                </a:solidFill>
                <a:latin typeface="Century Schoolbook" panose="02040604050505020304" pitchFamily="18" charset="0"/>
              </a:rPr>
              <a:t>/</a:t>
            </a:r>
            <a:r>
              <a:rPr lang="it-IT" sz="1400" dirty="0" smtClean="0">
                <a:solidFill>
                  <a:schemeClr val="accent2">
                    <a:lumMod val="75000"/>
                  </a:schemeClr>
                </a:solidFill>
                <a:latin typeface="Century Schoolbook" panose="02040604050505020304" pitchFamily="18" charset="0"/>
              </a:rPr>
              <a:t>goto SLOT</a:t>
            </a:r>
            <a:endParaRPr lang="it-IT" sz="1400" dirty="0">
              <a:solidFill>
                <a:schemeClr val="accent2">
                  <a:lumMod val="75000"/>
                </a:schemeClr>
              </a:solidFill>
              <a:latin typeface="Century Schoolbook" panose="02040604050505020304" pitchFamily="18" charset="0"/>
            </a:endParaRPr>
          </a:p>
        </p:txBody>
      </p:sp>
      <p:sp>
        <p:nvSpPr>
          <p:cNvPr id="25" name="Rettangolo arrotondato 24"/>
          <p:cNvSpPr/>
          <p:nvPr/>
        </p:nvSpPr>
        <p:spPr>
          <a:xfrm>
            <a:off x="7981536" y="5282797"/>
            <a:ext cx="1652621" cy="440431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 smtClean="0">
                <a:solidFill>
                  <a:schemeClr val="tx1"/>
                </a:solidFill>
                <a:latin typeface="Century Schoolbook" panose="02040604050505020304" pitchFamily="18" charset="0"/>
              </a:rPr>
              <a:t>moveToOut</a:t>
            </a:r>
          </a:p>
          <a:p>
            <a:pPr algn="ctr"/>
            <a:r>
              <a:rPr lang="it-IT" sz="1400" dirty="0" smtClean="0">
                <a:solidFill>
                  <a:schemeClr val="tx1"/>
                </a:solidFill>
                <a:latin typeface="Century Schoolbook" panose="02040604050505020304" pitchFamily="18" charset="0"/>
              </a:rPr>
              <a:t>/</a:t>
            </a:r>
            <a:r>
              <a:rPr lang="it-IT" sz="1400" dirty="0" smtClean="0">
                <a:solidFill>
                  <a:schemeClr val="accent2">
                    <a:lumMod val="75000"/>
                  </a:schemeClr>
                </a:solidFill>
                <a:latin typeface="Century Schoolbook" panose="02040604050505020304" pitchFamily="18" charset="0"/>
              </a:rPr>
              <a:t>goto OUTDOOR</a:t>
            </a:r>
            <a:endParaRPr lang="it-IT" sz="1400" dirty="0">
              <a:solidFill>
                <a:schemeClr val="accent2">
                  <a:lumMod val="75000"/>
                </a:schemeClr>
              </a:solidFill>
              <a:latin typeface="Century Schoolbook" panose="02040604050505020304" pitchFamily="18" charset="0"/>
            </a:endParaRPr>
          </a:p>
        </p:txBody>
      </p:sp>
      <p:sp>
        <p:nvSpPr>
          <p:cNvPr id="26" name="Rettangolo arrotondato 25"/>
          <p:cNvSpPr/>
          <p:nvPr/>
        </p:nvSpPr>
        <p:spPr>
          <a:xfrm>
            <a:off x="10261418" y="842165"/>
            <a:ext cx="1652621" cy="374394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 smtClean="0">
                <a:solidFill>
                  <a:schemeClr val="tx1"/>
                </a:solidFill>
                <a:latin typeface="Century Schoolbook" panose="02040604050505020304" pitchFamily="18" charset="0"/>
              </a:rPr>
              <a:t>monitor</a:t>
            </a:r>
          </a:p>
        </p:txBody>
      </p:sp>
      <p:sp>
        <p:nvSpPr>
          <p:cNvPr id="27" name="Rettangolo arrotondato 26"/>
          <p:cNvSpPr/>
          <p:nvPr/>
        </p:nvSpPr>
        <p:spPr>
          <a:xfrm>
            <a:off x="10477720" y="1914350"/>
            <a:ext cx="1652621" cy="374394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 smtClean="0">
                <a:solidFill>
                  <a:schemeClr val="tx1"/>
                </a:solidFill>
                <a:latin typeface="Century Schoolbook" panose="02040604050505020304" pitchFamily="18" charset="0"/>
              </a:rPr>
              <a:t>manage</a:t>
            </a:r>
          </a:p>
        </p:txBody>
      </p:sp>
      <p:sp>
        <p:nvSpPr>
          <p:cNvPr id="64" name="Rettangolo arrotondato 63"/>
          <p:cNvSpPr/>
          <p:nvPr/>
        </p:nvSpPr>
        <p:spPr>
          <a:xfrm>
            <a:off x="5513967" y="2288743"/>
            <a:ext cx="1652621" cy="440431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 smtClean="0">
                <a:solidFill>
                  <a:schemeClr val="tx1"/>
                </a:solidFill>
                <a:latin typeface="Century Schoolbook" panose="02040604050505020304" pitchFamily="18" charset="0"/>
              </a:rPr>
              <a:t>idle</a:t>
            </a:r>
          </a:p>
        </p:txBody>
      </p:sp>
      <p:cxnSp>
        <p:nvCxnSpPr>
          <p:cNvPr id="115" name="Connettore 4 114"/>
          <p:cNvCxnSpPr>
            <a:stCxn id="17" idx="3"/>
            <a:endCxn id="21" idx="2"/>
          </p:cNvCxnSpPr>
          <p:nvPr/>
        </p:nvCxnSpPr>
        <p:spPr>
          <a:xfrm flipV="1">
            <a:off x="4699022" y="5723228"/>
            <a:ext cx="1641257" cy="527247"/>
          </a:xfrm>
          <a:prstGeom prst="bentConnector2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Connettore 4 117"/>
          <p:cNvCxnSpPr>
            <a:endCxn id="19" idx="1"/>
          </p:cNvCxnSpPr>
          <p:nvPr/>
        </p:nvCxnSpPr>
        <p:spPr>
          <a:xfrm rot="5400000" flipH="1" flipV="1">
            <a:off x="6360832" y="3662099"/>
            <a:ext cx="2023503" cy="1217909"/>
          </a:xfrm>
          <a:prstGeom prst="bentConnector2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Connettore 4 120"/>
          <p:cNvCxnSpPr>
            <a:endCxn id="4" idx="3"/>
          </p:cNvCxnSpPr>
          <p:nvPr/>
        </p:nvCxnSpPr>
        <p:spPr>
          <a:xfrm rot="16200000" flipV="1">
            <a:off x="4296228" y="3662095"/>
            <a:ext cx="2023498" cy="1217910"/>
          </a:xfrm>
          <a:prstGeom prst="bentConnector2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Connettore 4 126"/>
          <p:cNvCxnSpPr>
            <a:stCxn id="64" idx="3"/>
            <a:endCxn id="19" idx="0"/>
          </p:cNvCxnSpPr>
          <p:nvPr/>
        </p:nvCxnSpPr>
        <p:spPr>
          <a:xfrm>
            <a:off x="7166588" y="2508959"/>
            <a:ext cx="1641261" cy="530126"/>
          </a:xfrm>
          <a:prstGeom prst="bentConnector2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Connettore 4 129"/>
          <p:cNvCxnSpPr>
            <a:stCxn id="64" idx="1"/>
            <a:endCxn id="4" idx="0"/>
          </p:cNvCxnSpPr>
          <p:nvPr/>
        </p:nvCxnSpPr>
        <p:spPr>
          <a:xfrm rot="10800000" flipV="1">
            <a:off x="3872713" y="2508959"/>
            <a:ext cx="1641255" cy="530126"/>
          </a:xfrm>
          <a:prstGeom prst="bentConnector2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Connettore 4 132"/>
          <p:cNvCxnSpPr>
            <a:stCxn id="5" idx="3"/>
            <a:endCxn id="21" idx="1"/>
          </p:cNvCxnSpPr>
          <p:nvPr/>
        </p:nvCxnSpPr>
        <p:spPr>
          <a:xfrm>
            <a:off x="4699020" y="4008089"/>
            <a:ext cx="814948" cy="1494924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" name="Connettore 2 135"/>
          <p:cNvCxnSpPr>
            <a:stCxn id="25" idx="1"/>
            <a:endCxn id="21" idx="3"/>
          </p:cNvCxnSpPr>
          <p:nvPr/>
        </p:nvCxnSpPr>
        <p:spPr>
          <a:xfrm flipH="1">
            <a:off x="7166589" y="5503013"/>
            <a:ext cx="814947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Connettore 2 136"/>
          <p:cNvCxnSpPr>
            <a:stCxn id="19" idx="2"/>
            <a:endCxn id="22" idx="0"/>
          </p:cNvCxnSpPr>
          <p:nvPr/>
        </p:nvCxnSpPr>
        <p:spPr>
          <a:xfrm flipH="1">
            <a:off x="8807848" y="3479516"/>
            <a:ext cx="1" cy="30835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0" name="Connettore 2 139"/>
          <p:cNvCxnSpPr>
            <a:stCxn id="22" idx="2"/>
            <a:endCxn id="23" idx="0"/>
          </p:cNvCxnSpPr>
          <p:nvPr/>
        </p:nvCxnSpPr>
        <p:spPr>
          <a:xfrm>
            <a:off x="8807848" y="4228304"/>
            <a:ext cx="0" cy="30835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" name="Connettore 2 142"/>
          <p:cNvCxnSpPr>
            <a:stCxn id="23" idx="2"/>
            <a:endCxn id="25" idx="0"/>
          </p:cNvCxnSpPr>
          <p:nvPr/>
        </p:nvCxnSpPr>
        <p:spPr>
          <a:xfrm flipH="1">
            <a:off x="8807847" y="4977092"/>
            <a:ext cx="1" cy="30570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Connettore 2 145"/>
          <p:cNvCxnSpPr>
            <a:stCxn id="4" idx="2"/>
            <a:endCxn id="5" idx="0"/>
          </p:cNvCxnSpPr>
          <p:nvPr/>
        </p:nvCxnSpPr>
        <p:spPr>
          <a:xfrm flipH="1">
            <a:off x="3872710" y="3479516"/>
            <a:ext cx="2" cy="30835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Connettore 2 148"/>
          <p:cNvCxnSpPr>
            <a:stCxn id="5" idx="2"/>
            <a:endCxn id="15" idx="0"/>
          </p:cNvCxnSpPr>
          <p:nvPr/>
        </p:nvCxnSpPr>
        <p:spPr>
          <a:xfrm>
            <a:off x="3872710" y="4228304"/>
            <a:ext cx="2" cy="30703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2" name="Connettore 2 151"/>
          <p:cNvCxnSpPr>
            <a:stCxn id="15" idx="2"/>
            <a:endCxn id="16" idx="0"/>
          </p:cNvCxnSpPr>
          <p:nvPr/>
        </p:nvCxnSpPr>
        <p:spPr>
          <a:xfrm>
            <a:off x="3872712" y="4975766"/>
            <a:ext cx="0" cy="30835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5" name="Connettore 2 154"/>
          <p:cNvCxnSpPr>
            <a:stCxn id="16" idx="2"/>
            <a:endCxn id="17" idx="0"/>
          </p:cNvCxnSpPr>
          <p:nvPr/>
        </p:nvCxnSpPr>
        <p:spPr>
          <a:xfrm>
            <a:off x="3872712" y="5724554"/>
            <a:ext cx="0" cy="30570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Connettore 2 159"/>
          <p:cNvCxnSpPr>
            <a:stCxn id="21" idx="0"/>
            <a:endCxn id="64" idx="2"/>
          </p:cNvCxnSpPr>
          <p:nvPr/>
        </p:nvCxnSpPr>
        <p:spPr>
          <a:xfrm flipH="1" flipV="1">
            <a:off x="6340278" y="2729174"/>
            <a:ext cx="1" cy="255362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CasellaDiTesto 29"/>
          <p:cNvSpPr txBox="1"/>
          <p:nvPr/>
        </p:nvSpPr>
        <p:spPr>
          <a:xfrm>
            <a:off x="2524264" y="4220151"/>
            <a:ext cx="134844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400" dirty="0" smtClean="0">
                <a:solidFill>
                  <a:schemeClr val="accent1">
                    <a:lumMod val="75000"/>
                  </a:schemeClr>
                </a:solidFill>
                <a:latin typeface="Century Schoolbook" panose="02040604050505020304" pitchFamily="18" charset="0"/>
              </a:rPr>
              <a:t>SLOTNUM&gt;0</a:t>
            </a:r>
            <a:endParaRPr lang="it-IT" sz="1400" dirty="0">
              <a:solidFill>
                <a:schemeClr val="accent2">
                  <a:lumMod val="75000"/>
                </a:schemeClr>
              </a:solidFill>
              <a:latin typeface="Century Schoolbook" panose="02040604050505020304" pitchFamily="18" charset="0"/>
            </a:endParaRPr>
          </a:p>
        </p:txBody>
      </p:sp>
      <p:sp>
        <p:nvSpPr>
          <p:cNvPr id="31" name="CasellaDiTesto 30"/>
          <p:cNvSpPr txBox="1"/>
          <p:nvPr/>
        </p:nvSpPr>
        <p:spPr>
          <a:xfrm>
            <a:off x="4639364" y="3696105"/>
            <a:ext cx="134844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400" dirty="0" smtClean="0">
                <a:solidFill>
                  <a:schemeClr val="accent1">
                    <a:lumMod val="75000"/>
                  </a:schemeClr>
                </a:solidFill>
                <a:latin typeface="Century Schoolbook" panose="02040604050505020304" pitchFamily="18" charset="0"/>
              </a:rPr>
              <a:t>SLOTNUM=0</a:t>
            </a:r>
            <a:endParaRPr lang="it-IT" sz="1400" dirty="0">
              <a:solidFill>
                <a:schemeClr val="accent2">
                  <a:lumMod val="75000"/>
                </a:schemeClr>
              </a:solidFill>
              <a:latin typeface="Century Schoolbook" panose="02040604050505020304" pitchFamily="18" charset="0"/>
            </a:endParaRPr>
          </a:p>
        </p:txBody>
      </p:sp>
      <p:sp>
        <p:nvSpPr>
          <p:cNvPr id="39" name="CasellaDiTesto 38"/>
          <p:cNvSpPr txBox="1"/>
          <p:nvPr/>
        </p:nvSpPr>
        <p:spPr>
          <a:xfrm>
            <a:off x="3764766" y="1765171"/>
            <a:ext cx="1749197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400" dirty="0" smtClean="0">
                <a:solidFill>
                  <a:schemeClr val="accent1">
                    <a:lumMod val="75000"/>
                  </a:schemeClr>
                </a:solidFill>
                <a:latin typeface="Century Schoolbook" panose="02040604050505020304" pitchFamily="18" charset="0"/>
              </a:rPr>
              <a:t>enter request</a:t>
            </a:r>
          </a:p>
          <a:p>
            <a:r>
              <a:rPr lang="it-IT" sz="1400" dirty="0" smtClean="0">
                <a:solidFill>
                  <a:schemeClr val="accent1">
                    <a:lumMod val="75000"/>
                  </a:schemeClr>
                </a:solidFill>
                <a:latin typeface="Century Schoolbook" panose="02040604050505020304" pitchFamily="18" charset="0"/>
              </a:rPr>
              <a:t>slot available</a:t>
            </a:r>
          </a:p>
          <a:p>
            <a:r>
              <a:rPr lang="it-IT" sz="1400" dirty="0" smtClean="0">
                <a:solidFill>
                  <a:schemeClr val="accent1">
                    <a:lumMod val="75000"/>
                  </a:schemeClr>
                </a:solidFill>
                <a:latin typeface="Century Schoolbook" panose="02040604050505020304" pitchFamily="18" charset="0"/>
              </a:rPr>
              <a:t>INDOOR-area free</a:t>
            </a:r>
          </a:p>
        </p:txBody>
      </p:sp>
      <p:sp>
        <p:nvSpPr>
          <p:cNvPr id="40" name="CasellaDiTesto 39"/>
          <p:cNvSpPr txBox="1"/>
          <p:nvPr/>
        </p:nvSpPr>
        <p:spPr>
          <a:xfrm>
            <a:off x="7166583" y="1989191"/>
            <a:ext cx="234551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400" dirty="0" smtClean="0">
                <a:solidFill>
                  <a:schemeClr val="accent1">
                    <a:lumMod val="75000"/>
                  </a:schemeClr>
                </a:solidFill>
                <a:latin typeface="Century Schoolbook" panose="02040604050505020304" pitchFamily="18" charset="0"/>
              </a:rPr>
              <a:t>exit request w/ TOKENID</a:t>
            </a:r>
          </a:p>
          <a:p>
            <a:r>
              <a:rPr lang="it-IT" sz="1400" dirty="0" smtClean="0">
                <a:solidFill>
                  <a:schemeClr val="accent1">
                    <a:lumMod val="75000"/>
                  </a:schemeClr>
                </a:solidFill>
                <a:latin typeface="Century Schoolbook" panose="02040604050505020304" pitchFamily="18" charset="0"/>
              </a:rPr>
              <a:t>OUTDOOR-area free</a:t>
            </a:r>
          </a:p>
        </p:txBody>
      </p:sp>
      <p:sp>
        <p:nvSpPr>
          <p:cNvPr id="58" name="Rettangolo arrotondato 57"/>
          <p:cNvSpPr/>
          <p:nvPr/>
        </p:nvSpPr>
        <p:spPr>
          <a:xfrm>
            <a:off x="5513965" y="1472593"/>
            <a:ext cx="1652621" cy="440431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 smtClean="0">
                <a:solidFill>
                  <a:schemeClr val="tx1"/>
                </a:solidFill>
                <a:latin typeface="Century Schoolbook" panose="02040604050505020304" pitchFamily="18" charset="0"/>
              </a:rPr>
              <a:t>notify</a:t>
            </a:r>
          </a:p>
          <a:p>
            <a:pPr algn="ctr"/>
            <a:r>
              <a:rPr lang="it-IT" sz="1400" dirty="0" smtClean="0">
                <a:solidFill>
                  <a:schemeClr val="tx1"/>
                </a:solidFill>
                <a:latin typeface="Century Schoolbook" panose="02040604050505020304" pitchFamily="18" charset="0"/>
              </a:rPr>
              <a:t>/</a:t>
            </a:r>
            <a:r>
              <a:rPr lang="it-IT" sz="1400" dirty="0" smtClean="0">
                <a:solidFill>
                  <a:schemeClr val="accent2">
                    <a:lumMod val="75000"/>
                  </a:schemeClr>
                </a:solidFill>
                <a:latin typeface="Century Schoolbook" panose="02040604050505020304" pitchFamily="18" charset="0"/>
              </a:rPr>
              <a:t>send notice</a:t>
            </a:r>
          </a:p>
        </p:txBody>
      </p:sp>
      <p:sp>
        <p:nvSpPr>
          <p:cNvPr id="74" name="CasellaDiTesto 73"/>
          <p:cNvSpPr txBox="1"/>
          <p:nvPr/>
        </p:nvSpPr>
        <p:spPr>
          <a:xfrm>
            <a:off x="5707222" y="1946995"/>
            <a:ext cx="50366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400" dirty="0" smtClean="0">
                <a:solidFill>
                  <a:schemeClr val="accent1">
                    <a:lumMod val="75000"/>
                  </a:schemeClr>
                </a:solidFill>
                <a:latin typeface="Century Schoolbook" panose="02040604050505020304" pitchFamily="18" charset="0"/>
              </a:rPr>
              <a:t>else</a:t>
            </a:r>
          </a:p>
        </p:txBody>
      </p:sp>
      <p:cxnSp>
        <p:nvCxnSpPr>
          <p:cNvPr id="75" name="Connettore 2 74"/>
          <p:cNvCxnSpPr/>
          <p:nvPr/>
        </p:nvCxnSpPr>
        <p:spPr>
          <a:xfrm flipH="1" flipV="1">
            <a:off x="6210886" y="1913024"/>
            <a:ext cx="2" cy="375719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Connettore 2 79"/>
          <p:cNvCxnSpPr/>
          <p:nvPr/>
        </p:nvCxnSpPr>
        <p:spPr>
          <a:xfrm>
            <a:off x="6469666" y="1913024"/>
            <a:ext cx="2" cy="375719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CasellaDiTesto 82"/>
          <p:cNvSpPr txBox="1"/>
          <p:nvPr/>
        </p:nvSpPr>
        <p:spPr>
          <a:xfrm>
            <a:off x="6469666" y="1946995"/>
            <a:ext cx="26802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l-GR" sz="1400" dirty="0">
                <a:solidFill>
                  <a:schemeClr val="accent1">
                    <a:lumMod val="75000"/>
                  </a:schemeClr>
                </a:solidFill>
                <a:latin typeface="Century Schoolbook" panose="02040604050505020304" pitchFamily="18" charset="0"/>
              </a:rPr>
              <a:t>ε</a:t>
            </a:r>
            <a:endParaRPr lang="it-IT" sz="1400" dirty="0" smtClean="0">
              <a:solidFill>
                <a:schemeClr val="accent1">
                  <a:lumMod val="75000"/>
                </a:schemeClr>
              </a:solidFill>
              <a:latin typeface="Century Schoolbook" panose="02040604050505020304" pitchFamily="18" charset="0"/>
            </a:endParaRPr>
          </a:p>
        </p:txBody>
      </p:sp>
      <p:sp>
        <p:nvSpPr>
          <p:cNvPr id="84" name="CasellaDiTesto 83"/>
          <p:cNvSpPr txBox="1"/>
          <p:nvPr/>
        </p:nvSpPr>
        <p:spPr>
          <a:xfrm>
            <a:off x="2779593" y="4983173"/>
            <a:ext cx="107273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400" dirty="0" smtClean="0">
                <a:solidFill>
                  <a:schemeClr val="accent1">
                    <a:lumMod val="75000"/>
                  </a:schemeClr>
                </a:solidFill>
                <a:latin typeface="Century Schoolbook" panose="02040604050505020304" pitchFamily="18" charset="0"/>
              </a:rPr>
              <a:t>when done</a:t>
            </a:r>
            <a:endParaRPr lang="it-IT" sz="1400" dirty="0">
              <a:solidFill>
                <a:schemeClr val="accent2">
                  <a:lumMod val="75000"/>
                </a:schemeClr>
              </a:solidFill>
              <a:latin typeface="Century Schoolbook" panose="02040604050505020304" pitchFamily="18" charset="0"/>
            </a:endParaRPr>
          </a:p>
        </p:txBody>
      </p:sp>
      <p:sp>
        <p:nvSpPr>
          <p:cNvPr id="86" name="CasellaDiTesto 85"/>
          <p:cNvSpPr txBox="1"/>
          <p:nvPr/>
        </p:nvSpPr>
        <p:spPr>
          <a:xfrm>
            <a:off x="2779593" y="5717727"/>
            <a:ext cx="107273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400" dirty="0" smtClean="0">
                <a:solidFill>
                  <a:schemeClr val="accent1">
                    <a:lumMod val="75000"/>
                  </a:schemeClr>
                </a:solidFill>
                <a:latin typeface="Century Schoolbook" panose="02040604050505020304" pitchFamily="18" charset="0"/>
              </a:rPr>
              <a:t>when done</a:t>
            </a:r>
            <a:endParaRPr lang="it-IT" sz="1400" dirty="0">
              <a:solidFill>
                <a:schemeClr val="accent2">
                  <a:lumMod val="75000"/>
                </a:schemeClr>
              </a:solidFill>
              <a:latin typeface="Century Schoolbook" panose="02040604050505020304" pitchFamily="18" charset="0"/>
            </a:endParaRPr>
          </a:p>
        </p:txBody>
      </p:sp>
      <p:sp>
        <p:nvSpPr>
          <p:cNvPr id="87" name="CasellaDiTesto 86"/>
          <p:cNvSpPr txBox="1"/>
          <p:nvPr/>
        </p:nvSpPr>
        <p:spPr>
          <a:xfrm>
            <a:off x="4693340" y="5937701"/>
            <a:ext cx="107273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400" dirty="0" smtClean="0">
                <a:solidFill>
                  <a:schemeClr val="accent1">
                    <a:lumMod val="75000"/>
                  </a:schemeClr>
                </a:solidFill>
                <a:latin typeface="Century Schoolbook" panose="02040604050505020304" pitchFamily="18" charset="0"/>
              </a:rPr>
              <a:t>when done</a:t>
            </a:r>
            <a:endParaRPr lang="it-IT" sz="1400" dirty="0">
              <a:solidFill>
                <a:schemeClr val="accent2">
                  <a:lumMod val="75000"/>
                </a:schemeClr>
              </a:solidFill>
              <a:latin typeface="Century Schoolbook" panose="02040604050505020304" pitchFamily="18" charset="0"/>
            </a:endParaRPr>
          </a:p>
        </p:txBody>
      </p:sp>
      <p:sp>
        <p:nvSpPr>
          <p:cNvPr id="88" name="CasellaDiTesto 87"/>
          <p:cNvSpPr txBox="1"/>
          <p:nvPr/>
        </p:nvSpPr>
        <p:spPr>
          <a:xfrm>
            <a:off x="8828235" y="4232797"/>
            <a:ext cx="26802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l-GR" sz="1400" dirty="0">
                <a:solidFill>
                  <a:schemeClr val="accent1">
                    <a:lumMod val="75000"/>
                  </a:schemeClr>
                </a:solidFill>
                <a:latin typeface="Century Schoolbook" panose="02040604050505020304" pitchFamily="18" charset="0"/>
              </a:rPr>
              <a:t>ε</a:t>
            </a:r>
            <a:endParaRPr lang="it-IT" sz="1400" dirty="0" smtClean="0">
              <a:solidFill>
                <a:schemeClr val="accent1">
                  <a:lumMod val="75000"/>
                </a:schemeClr>
              </a:solidFill>
              <a:latin typeface="Century Schoolbook" panose="02040604050505020304" pitchFamily="18" charset="0"/>
            </a:endParaRPr>
          </a:p>
        </p:txBody>
      </p:sp>
      <p:sp>
        <p:nvSpPr>
          <p:cNvPr id="95" name="CasellaDiTesto 94"/>
          <p:cNvSpPr txBox="1"/>
          <p:nvPr/>
        </p:nvSpPr>
        <p:spPr>
          <a:xfrm>
            <a:off x="8828235" y="4983172"/>
            <a:ext cx="107273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400" dirty="0" smtClean="0">
                <a:solidFill>
                  <a:schemeClr val="accent1">
                    <a:lumMod val="75000"/>
                  </a:schemeClr>
                </a:solidFill>
                <a:latin typeface="Century Schoolbook" panose="02040604050505020304" pitchFamily="18" charset="0"/>
              </a:rPr>
              <a:t>when done</a:t>
            </a:r>
            <a:endParaRPr lang="it-IT" sz="1400" dirty="0">
              <a:solidFill>
                <a:schemeClr val="accent2">
                  <a:lumMod val="75000"/>
                </a:schemeClr>
              </a:solidFill>
              <a:latin typeface="Century Schoolbook" panose="02040604050505020304" pitchFamily="18" charset="0"/>
            </a:endParaRPr>
          </a:p>
        </p:txBody>
      </p:sp>
      <p:sp>
        <p:nvSpPr>
          <p:cNvPr id="96" name="CasellaDiTesto 95"/>
          <p:cNvSpPr txBox="1"/>
          <p:nvPr/>
        </p:nvSpPr>
        <p:spPr>
          <a:xfrm>
            <a:off x="7178363" y="5679447"/>
            <a:ext cx="107273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400" dirty="0" smtClean="0">
                <a:solidFill>
                  <a:schemeClr val="accent1">
                    <a:lumMod val="75000"/>
                  </a:schemeClr>
                </a:solidFill>
                <a:latin typeface="Century Schoolbook" panose="02040604050505020304" pitchFamily="18" charset="0"/>
              </a:rPr>
              <a:t>when done</a:t>
            </a:r>
            <a:endParaRPr lang="it-IT" sz="1400" dirty="0">
              <a:solidFill>
                <a:schemeClr val="accent2">
                  <a:lumMod val="75000"/>
                </a:schemeClr>
              </a:solidFill>
              <a:latin typeface="Century Schoolbook" panose="020406040505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4188237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6" name="Connettore 4 55"/>
          <p:cNvCxnSpPr/>
          <p:nvPr/>
        </p:nvCxnSpPr>
        <p:spPr>
          <a:xfrm rot="10800000">
            <a:off x="6367683" y="2822073"/>
            <a:ext cx="1810597" cy="2244137"/>
          </a:xfrm>
          <a:prstGeom prst="bentConnector2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Connettore 4 132"/>
          <p:cNvCxnSpPr/>
          <p:nvPr/>
        </p:nvCxnSpPr>
        <p:spPr>
          <a:xfrm flipV="1">
            <a:off x="3735784" y="2822072"/>
            <a:ext cx="1810599" cy="749213"/>
          </a:xfrm>
          <a:prstGeom prst="bentConnector2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ttangolo arrotondato 3"/>
          <p:cNvSpPr/>
          <p:nvPr/>
        </p:nvSpPr>
        <p:spPr>
          <a:xfrm>
            <a:off x="2498048" y="2390606"/>
            <a:ext cx="1652621" cy="440431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 smtClean="0">
                <a:solidFill>
                  <a:schemeClr val="tx1"/>
                </a:solidFill>
                <a:latin typeface="Century Schoolbook" panose="02040604050505020304" pitchFamily="18" charset="0"/>
              </a:rPr>
              <a:t>acceptIN</a:t>
            </a:r>
          </a:p>
        </p:txBody>
      </p:sp>
      <p:sp>
        <p:nvSpPr>
          <p:cNvPr id="5" name="Rettangolo arrotondato 4"/>
          <p:cNvSpPr/>
          <p:nvPr/>
        </p:nvSpPr>
        <p:spPr>
          <a:xfrm>
            <a:off x="2498046" y="3351069"/>
            <a:ext cx="1652621" cy="440431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 smtClean="0">
                <a:solidFill>
                  <a:schemeClr val="tx1"/>
                </a:solidFill>
                <a:latin typeface="Century Schoolbook" panose="02040604050505020304" pitchFamily="18" charset="0"/>
              </a:rPr>
              <a:t>informIN</a:t>
            </a:r>
          </a:p>
          <a:p>
            <a:pPr algn="ctr"/>
            <a:r>
              <a:rPr lang="it-IT" sz="1400" dirty="0" smtClean="0">
                <a:solidFill>
                  <a:schemeClr val="tx1"/>
                </a:solidFill>
                <a:latin typeface="Century Schoolbook" panose="02040604050505020304" pitchFamily="18" charset="0"/>
              </a:rPr>
              <a:t>/</a:t>
            </a:r>
            <a:r>
              <a:rPr lang="it-IT" sz="1400" dirty="0" smtClean="0">
                <a:solidFill>
                  <a:schemeClr val="accent2">
                    <a:lumMod val="75000"/>
                  </a:schemeClr>
                </a:solidFill>
                <a:latin typeface="Century Schoolbook" panose="02040604050505020304" pitchFamily="18" charset="0"/>
              </a:rPr>
              <a:t>SLOTNUM</a:t>
            </a:r>
          </a:p>
        </p:txBody>
      </p:sp>
      <p:sp>
        <p:nvSpPr>
          <p:cNvPr id="15" name="Rettangolo arrotondato 14"/>
          <p:cNvSpPr/>
          <p:nvPr/>
        </p:nvSpPr>
        <p:spPr>
          <a:xfrm>
            <a:off x="2498048" y="4098531"/>
            <a:ext cx="1652621" cy="440431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 smtClean="0">
                <a:solidFill>
                  <a:schemeClr val="tx1"/>
                </a:solidFill>
                <a:latin typeface="Century Schoolbook" panose="02040604050505020304" pitchFamily="18" charset="0"/>
              </a:rPr>
              <a:t>moveToIn</a:t>
            </a:r>
          </a:p>
          <a:p>
            <a:pPr algn="ctr"/>
            <a:r>
              <a:rPr lang="it-IT" sz="1400" dirty="0" smtClean="0">
                <a:solidFill>
                  <a:schemeClr val="tx1"/>
                </a:solidFill>
                <a:latin typeface="Century Schoolbook" panose="02040604050505020304" pitchFamily="18" charset="0"/>
              </a:rPr>
              <a:t>/</a:t>
            </a:r>
            <a:r>
              <a:rPr lang="it-IT" sz="1400" dirty="0" smtClean="0">
                <a:solidFill>
                  <a:schemeClr val="accent2">
                    <a:lumMod val="75000"/>
                  </a:schemeClr>
                </a:solidFill>
                <a:latin typeface="Century Schoolbook" panose="02040604050505020304" pitchFamily="18" charset="0"/>
              </a:rPr>
              <a:t>goto INDOOR</a:t>
            </a:r>
          </a:p>
        </p:txBody>
      </p:sp>
      <p:sp>
        <p:nvSpPr>
          <p:cNvPr id="16" name="Rettangolo arrotondato 15"/>
          <p:cNvSpPr/>
          <p:nvPr/>
        </p:nvSpPr>
        <p:spPr>
          <a:xfrm>
            <a:off x="2498048" y="4847319"/>
            <a:ext cx="1652621" cy="440431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 smtClean="0">
                <a:solidFill>
                  <a:schemeClr val="tx1"/>
                </a:solidFill>
                <a:latin typeface="Century Schoolbook" panose="02040604050505020304" pitchFamily="18" charset="0"/>
              </a:rPr>
              <a:t>receipt</a:t>
            </a:r>
          </a:p>
          <a:p>
            <a:pPr algn="ctr"/>
            <a:r>
              <a:rPr lang="it-IT" sz="1400" dirty="0" smtClean="0">
                <a:solidFill>
                  <a:schemeClr val="tx1"/>
                </a:solidFill>
                <a:latin typeface="Century Schoolbook" panose="02040604050505020304" pitchFamily="18" charset="0"/>
              </a:rPr>
              <a:t>/</a:t>
            </a:r>
            <a:r>
              <a:rPr lang="it-IT" sz="1400" dirty="0" smtClean="0">
                <a:solidFill>
                  <a:schemeClr val="accent2">
                    <a:lumMod val="75000"/>
                  </a:schemeClr>
                </a:solidFill>
                <a:latin typeface="Century Schoolbook" panose="02040604050505020304" pitchFamily="18" charset="0"/>
              </a:rPr>
              <a:t>TOKENID</a:t>
            </a:r>
          </a:p>
        </p:txBody>
      </p:sp>
      <p:sp>
        <p:nvSpPr>
          <p:cNvPr id="17" name="Rettangolo arrotondato 16"/>
          <p:cNvSpPr/>
          <p:nvPr/>
        </p:nvSpPr>
        <p:spPr>
          <a:xfrm>
            <a:off x="2498048" y="5593455"/>
            <a:ext cx="1652621" cy="440431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 smtClean="0">
                <a:solidFill>
                  <a:schemeClr val="tx1"/>
                </a:solidFill>
                <a:latin typeface="Century Schoolbook" panose="02040604050505020304" pitchFamily="18" charset="0"/>
              </a:rPr>
              <a:t>moveToSlotIn</a:t>
            </a:r>
          </a:p>
          <a:p>
            <a:pPr algn="ctr"/>
            <a:r>
              <a:rPr lang="it-IT" sz="1400" dirty="0" smtClean="0">
                <a:solidFill>
                  <a:schemeClr val="tx1"/>
                </a:solidFill>
                <a:latin typeface="Century Schoolbook" panose="02040604050505020304" pitchFamily="18" charset="0"/>
              </a:rPr>
              <a:t>/</a:t>
            </a:r>
            <a:r>
              <a:rPr lang="it-IT" sz="1400" dirty="0" smtClean="0">
                <a:solidFill>
                  <a:schemeClr val="accent2">
                    <a:lumMod val="75000"/>
                  </a:schemeClr>
                </a:solidFill>
                <a:latin typeface="Century Schoolbook" panose="02040604050505020304" pitchFamily="18" charset="0"/>
              </a:rPr>
              <a:t>goto SLOT</a:t>
            </a:r>
          </a:p>
        </p:txBody>
      </p:sp>
      <p:sp>
        <p:nvSpPr>
          <p:cNvPr id="19" name="Rettangolo arrotondato 18"/>
          <p:cNvSpPr/>
          <p:nvPr/>
        </p:nvSpPr>
        <p:spPr>
          <a:xfrm>
            <a:off x="7771865" y="2390606"/>
            <a:ext cx="1652621" cy="440431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 smtClean="0">
                <a:solidFill>
                  <a:schemeClr val="tx1"/>
                </a:solidFill>
                <a:latin typeface="Century Schoolbook" panose="02040604050505020304" pitchFamily="18" charset="0"/>
              </a:rPr>
              <a:t>acceptOUT</a:t>
            </a:r>
          </a:p>
        </p:txBody>
      </p:sp>
      <p:sp>
        <p:nvSpPr>
          <p:cNvPr id="21" name="Rettangolo arrotondato 20"/>
          <p:cNvSpPr/>
          <p:nvPr/>
        </p:nvSpPr>
        <p:spPr>
          <a:xfrm>
            <a:off x="5134955" y="2381641"/>
            <a:ext cx="1652621" cy="440431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 smtClean="0">
                <a:solidFill>
                  <a:schemeClr val="tx1"/>
                </a:solidFill>
                <a:latin typeface="Century Schoolbook" panose="02040604050505020304" pitchFamily="18" charset="0"/>
              </a:rPr>
              <a:t>moveToHome</a:t>
            </a:r>
          </a:p>
          <a:p>
            <a:pPr algn="ctr"/>
            <a:r>
              <a:rPr lang="it-IT" sz="1400" dirty="0" smtClean="0">
                <a:solidFill>
                  <a:schemeClr val="tx1"/>
                </a:solidFill>
                <a:latin typeface="Century Schoolbook" panose="02040604050505020304" pitchFamily="18" charset="0"/>
              </a:rPr>
              <a:t>/ </a:t>
            </a:r>
            <a:r>
              <a:rPr lang="it-IT" sz="1400" dirty="0" smtClean="0">
                <a:solidFill>
                  <a:schemeClr val="accent2">
                    <a:lumMod val="75000"/>
                  </a:schemeClr>
                </a:solidFill>
                <a:latin typeface="Century Schoolbook" panose="02040604050505020304" pitchFamily="18" charset="0"/>
              </a:rPr>
              <a:t>goto HOME</a:t>
            </a:r>
          </a:p>
        </p:txBody>
      </p:sp>
      <p:sp>
        <p:nvSpPr>
          <p:cNvPr id="22" name="Rettangolo arrotondato 21"/>
          <p:cNvSpPr/>
          <p:nvPr/>
        </p:nvSpPr>
        <p:spPr>
          <a:xfrm>
            <a:off x="7771864" y="3351069"/>
            <a:ext cx="1652621" cy="440431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 smtClean="0">
                <a:solidFill>
                  <a:schemeClr val="tx1"/>
                </a:solidFill>
                <a:latin typeface="Century Schoolbook" panose="02040604050505020304" pitchFamily="18" charset="0"/>
              </a:rPr>
              <a:t>findSlot</a:t>
            </a:r>
          </a:p>
          <a:p>
            <a:pPr algn="ctr"/>
            <a:r>
              <a:rPr lang="it-IT" sz="1400" dirty="0" smtClean="0">
                <a:solidFill>
                  <a:schemeClr val="tx1"/>
                </a:solidFill>
                <a:latin typeface="Century Schoolbook" panose="02040604050505020304" pitchFamily="18" charset="0"/>
              </a:rPr>
              <a:t>/</a:t>
            </a:r>
            <a:r>
              <a:rPr lang="it-IT" sz="1400" dirty="0" smtClean="0">
                <a:solidFill>
                  <a:schemeClr val="accent2">
                    <a:lumMod val="75000"/>
                  </a:schemeClr>
                </a:solidFill>
                <a:latin typeface="Century Schoolbook" panose="02040604050505020304" pitchFamily="18" charset="0"/>
              </a:rPr>
              <a:t>CARSLOTNUM</a:t>
            </a:r>
          </a:p>
        </p:txBody>
      </p:sp>
      <p:sp>
        <p:nvSpPr>
          <p:cNvPr id="23" name="Rettangolo arrotondato 22"/>
          <p:cNvSpPr/>
          <p:nvPr/>
        </p:nvSpPr>
        <p:spPr>
          <a:xfrm>
            <a:off x="7771864" y="4099857"/>
            <a:ext cx="1652621" cy="440431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 smtClean="0">
                <a:solidFill>
                  <a:schemeClr val="tx1"/>
                </a:solidFill>
                <a:latin typeface="Century Schoolbook" panose="02040604050505020304" pitchFamily="18" charset="0"/>
              </a:rPr>
              <a:t>moveToSlotOut</a:t>
            </a:r>
          </a:p>
          <a:p>
            <a:pPr algn="ctr"/>
            <a:r>
              <a:rPr lang="it-IT" sz="1400" dirty="0" smtClean="0">
                <a:solidFill>
                  <a:schemeClr val="tx1"/>
                </a:solidFill>
                <a:latin typeface="Century Schoolbook" panose="02040604050505020304" pitchFamily="18" charset="0"/>
              </a:rPr>
              <a:t>/</a:t>
            </a:r>
            <a:r>
              <a:rPr lang="it-IT" sz="1400" dirty="0" smtClean="0">
                <a:solidFill>
                  <a:schemeClr val="accent2">
                    <a:lumMod val="75000"/>
                  </a:schemeClr>
                </a:solidFill>
                <a:latin typeface="Century Schoolbook" panose="02040604050505020304" pitchFamily="18" charset="0"/>
              </a:rPr>
              <a:t>goto SLOT</a:t>
            </a:r>
            <a:endParaRPr lang="it-IT" sz="1400" dirty="0">
              <a:solidFill>
                <a:schemeClr val="accent2">
                  <a:lumMod val="75000"/>
                </a:schemeClr>
              </a:solidFill>
              <a:latin typeface="Century Schoolbook" panose="02040604050505020304" pitchFamily="18" charset="0"/>
            </a:endParaRPr>
          </a:p>
        </p:txBody>
      </p:sp>
      <p:sp>
        <p:nvSpPr>
          <p:cNvPr id="25" name="Rettangolo arrotondato 24"/>
          <p:cNvSpPr/>
          <p:nvPr/>
        </p:nvSpPr>
        <p:spPr>
          <a:xfrm>
            <a:off x="7771863" y="4845993"/>
            <a:ext cx="1652621" cy="440431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 smtClean="0">
                <a:solidFill>
                  <a:schemeClr val="tx1"/>
                </a:solidFill>
                <a:latin typeface="Century Schoolbook" panose="02040604050505020304" pitchFamily="18" charset="0"/>
              </a:rPr>
              <a:t>moveToOut</a:t>
            </a:r>
          </a:p>
          <a:p>
            <a:pPr algn="ctr"/>
            <a:r>
              <a:rPr lang="it-IT" sz="1400" dirty="0" smtClean="0">
                <a:solidFill>
                  <a:schemeClr val="tx1"/>
                </a:solidFill>
                <a:latin typeface="Century Schoolbook" panose="02040604050505020304" pitchFamily="18" charset="0"/>
              </a:rPr>
              <a:t>/</a:t>
            </a:r>
            <a:r>
              <a:rPr lang="it-IT" sz="1400" dirty="0" smtClean="0">
                <a:solidFill>
                  <a:schemeClr val="accent2">
                    <a:lumMod val="75000"/>
                  </a:schemeClr>
                </a:solidFill>
                <a:latin typeface="Century Schoolbook" panose="02040604050505020304" pitchFamily="18" charset="0"/>
              </a:rPr>
              <a:t>goto OUTDOOR</a:t>
            </a:r>
            <a:endParaRPr lang="it-IT" sz="1400" dirty="0">
              <a:solidFill>
                <a:schemeClr val="accent2">
                  <a:lumMod val="75000"/>
                </a:schemeClr>
              </a:solidFill>
              <a:latin typeface="Century Schoolbook" panose="02040604050505020304" pitchFamily="18" charset="0"/>
            </a:endParaRPr>
          </a:p>
        </p:txBody>
      </p:sp>
      <p:cxnSp>
        <p:nvCxnSpPr>
          <p:cNvPr id="115" name="Connettore 4 114"/>
          <p:cNvCxnSpPr>
            <a:stCxn id="17" idx="3"/>
            <a:endCxn id="21" idx="2"/>
          </p:cNvCxnSpPr>
          <p:nvPr/>
        </p:nvCxnSpPr>
        <p:spPr>
          <a:xfrm flipV="1">
            <a:off x="4150669" y="2822072"/>
            <a:ext cx="1810597" cy="2991599"/>
          </a:xfrm>
          <a:prstGeom prst="bentConnector2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Connettore 2 136"/>
          <p:cNvCxnSpPr>
            <a:stCxn id="19" idx="2"/>
            <a:endCxn id="22" idx="0"/>
          </p:cNvCxnSpPr>
          <p:nvPr/>
        </p:nvCxnSpPr>
        <p:spPr>
          <a:xfrm flipH="1">
            <a:off x="8598175" y="2831037"/>
            <a:ext cx="1" cy="520032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0" name="Connettore 2 139"/>
          <p:cNvCxnSpPr>
            <a:stCxn id="22" idx="2"/>
            <a:endCxn id="23" idx="0"/>
          </p:cNvCxnSpPr>
          <p:nvPr/>
        </p:nvCxnSpPr>
        <p:spPr>
          <a:xfrm>
            <a:off x="8598175" y="3791500"/>
            <a:ext cx="0" cy="30835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" name="Connettore 2 142"/>
          <p:cNvCxnSpPr>
            <a:stCxn id="23" idx="2"/>
            <a:endCxn id="25" idx="0"/>
          </p:cNvCxnSpPr>
          <p:nvPr/>
        </p:nvCxnSpPr>
        <p:spPr>
          <a:xfrm flipH="1">
            <a:off x="8598174" y="4540288"/>
            <a:ext cx="1" cy="30570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Connettore 2 145"/>
          <p:cNvCxnSpPr>
            <a:stCxn id="4" idx="2"/>
            <a:endCxn id="5" idx="0"/>
          </p:cNvCxnSpPr>
          <p:nvPr/>
        </p:nvCxnSpPr>
        <p:spPr>
          <a:xfrm flipH="1">
            <a:off x="3324357" y="2831037"/>
            <a:ext cx="2" cy="520032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Connettore 2 148"/>
          <p:cNvCxnSpPr>
            <a:stCxn id="5" idx="2"/>
            <a:endCxn id="15" idx="0"/>
          </p:cNvCxnSpPr>
          <p:nvPr/>
        </p:nvCxnSpPr>
        <p:spPr>
          <a:xfrm>
            <a:off x="3324357" y="3791500"/>
            <a:ext cx="2" cy="30703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2" name="Connettore 2 151"/>
          <p:cNvCxnSpPr>
            <a:stCxn id="15" idx="2"/>
            <a:endCxn id="16" idx="0"/>
          </p:cNvCxnSpPr>
          <p:nvPr/>
        </p:nvCxnSpPr>
        <p:spPr>
          <a:xfrm>
            <a:off x="3324359" y="4538962"/>
            <a:ext cx="0" cy="30835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5" name="Connettore 2 154"/>
          <p:cNvCxnSpPr>
            <a:stCxn id="16" idx="2"/>
            <a:endCxn id="17" idx="0"/>
          </p:cNvCxnSpPr>
          <p:nvPr/>
        </p:nvCxnSpPr>
        <p:spPr>
          <a:xfrm>
            <a:off x="3324359" y="5287750"/>
            <a:ext cx="0" cy="30570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CasellaDiTesto 29"/>
          <p:cNvSpPr txBox="1"/>
          <p:nvPr/>
        </p:nvSpPr>
        <p:spPr>
          <a:xfrm>
            <a:off x="1975911" y="3783347"/>
            <a:ext cx="134844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400" dirty="0" smtClean="0">
                <a:solidFill>
                  <a:schemeClr val="accent1">
                    <a:lumMod val="75000"/>
                  </a:schemeClr>
                </a:solidFill>
                <a:latin typeface="Century Schoolbook" panose="02040604050505020304" pitchFamily="18" charset="0"/>
              </a:rPr>
              <a:t>SLOTNUM&gt;0</a:t>
            </a:r>
            <a:endParaRPr lang="it-IT" sz="1400" dirty="0">
              <a:solidFill>
                <a:schemeClr val="accent2">
                  <a:lumMod val="75000"/>
                </a:schemeClr>
              </a:solidFill>
              <a:latin typeface="Century Schoolbook" panose="02040604050505020304" pitchFamily="18" charset="0"/>
            </a:endParaRPr>
          </a:p>
        </p:txBody>
      </p:sp>
      <p:sp>
        <p:nvSpPr>
          <p:cNvPr id="31" name="CasellaDiTesto 30"/>
          <p:cNvSpPr txBox="1"/>
          <p:nvPr/>
        </p:nvSpPr>
        <p:spPr>
          <a:xfrm>
            <a:off x="4148563" y="3262503"/>
            <a:ext cx="134844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400" dirty="0" smtClean="0">
                <a:solidFill>
                  <a:schemeClr val="accent1">
                    <a:lumMod val="75000"/>
                  </a:schemeClr>
                </a:solidFill>
                <a:latin typeface="Century Schoolbook" panose="02040604050505020304" pitchFamily="18" charset="0"/>
              </a:rPr>
              <a:t>SLOTNUM=0</a:t>
            </a:r>
            <a:endParaRPr lang="it-IT" sz="1400" dirty="0">
              <a:solidFill>
                <a:schemeClr val="accent2">
                  <a:lumMod val="75000"/>
                </a:schemeClr>
              </a:solidFill>
              <a:latin typeface="Century Schoolbook" panose="02040604050505020304" pitchFamily="18" charset="0"/>
            </a:endParaRPr>
          </a:p>
        </p:txBody>
      </p:sp>
      <p:sp>
        <p:nvSpPr>
          <p:cNvPr id="39" name="CasellaDiTesto 38"/>
          <p:cNvSpPr txBox="1"/>
          <p:nvPr/>
        </p:nvSpPr>
        <p:spPr>
          <a:xfrm>
            <a:off x="1552667" y="2832025"/>
            <a:ext cx="174919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400" dirty="0" smtClean="0">
                <a:solidFill>
                  <a:schemeClr val="accent1">
                    <a:lumMod val="75000"/>
                  </a:schemeClr>
                </a:solidFill>
                <a:latin typeface="Century Schoolbook" panose="02040604050505020304" pitchFamily="18" charset="0"/>
              </a:rPr>
              <a:t>slot available</a:t>
            </a:r>
          </a:p>
          <a:p>
            <a:r>
              <a:rPr lang="it-IT" sz="1400" dirty="0" smtClean="0">
                <a:solidFill>
                  <a:schemeClr val="accent1">
                    <a:lumMod val="75000"/>
                  </a:schemeClr>
                </a:solidFill>
                <a:latin typeface="Century Schoolbook" panose="02040604050505020304" pitchFamily="18" charset="0"/>
              </a:rPr>
              <a:t>INDOOR-area free</a:t>
            </a:r>
          </a:p>
        </p:txBody>
      </p:sp>
      <p:sp>
        <p:nvSpPr>
          <p:cNvPr id="40" name="CasellaDiTesto 39"/>
          <p:cNvSpPr txBox="1"/>
          <p:nvPr/>
        </p:nvSpPr>
        <p:spPr>
          <a:xfrm>
            <a:off x="6162958" y="2060294"/>
            <a:ext cx="234551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400" dirty="0" smtClean="0">
                <a:solidFill>
                  <a:schemeClr val="accent1">
                    <a:lumMod val="75000"/>
                  </a:schemeClr>
                </a:solidFill>
                <a:latin typeface="Century Schoolbook" panose="02040604050505020304" pitchFamily="18" charset="0"/>
              </a:rPr>
              <a:t>exit request w/ TOKENID</a:t>
            </a:r>
          </a:p>
        </p:txBody>
      </p:sp>
      <p:sp>
        <p:nvSpPr>
          <p:cNvPr id="58" name="Rettangolo arrotondato 57"/>
          <p:cNvSpPr/>
          <p:nvPr/>
        </p:nvSpPr>
        <p:spPr>
          <a:xfrm>
            <a:off x="5134952" y="824114"/>
            <a:ext cx="1652621" cy="440431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 smtClean="0">
                <a:solidFill>
                  <a:schemeClr val="tx1"/>
                </a:solidFill>
                <a:latin typeface="Century Schoolbook" panose="02040604050505020304" pitchFamily="18" charset="0"/>
              </a:rPr>
              <a:t>notify</a:t>
            </a:r>
          </a:p>
          <a:p>
            <a:pPr algn="ctr"/>
            <a:r>
              <a:rPr lang="it-IT" sz="1400" dirty="0" smtClean="0">
                <a:solidFill>
                  <a:schemeClr val="tx1"/>
                </a:solidFill>
                <a:latin typeface="Century Schoolbook" panose="02040604050505020304" pitchFamily="18" charset="0"/>
              </a:rPr>
              <a:t>/</a:t>
            </a:r>
            <a:r>
              <a:rPr lang="it-IT" sz="1400" dirty="0" smtClean="0">
                <a:solidFill>
                  <a:schemeClr val="accent2">
                    <a:lumMod val="75000"/>
                  </a:schemeClr>
                </a:solidFill>
                <a:latin typeface="Century Schoolbook" panose="02040604050505020304" pitchFamily="18" charset="0"/>
              </a:rPr>
              <a:t>send notice</a:t>
            </a:r>
          </a:p>
        </p:txBody>
      </p:sp>
      <p:sp>
        <p:nvSpPr>
          <p:cNvPr id="74" name="CasellaDiTesto 73"/>
          <p:cNvSpPr txBox="1"/>
          <p:nvPr/>
        </p:nvSpPr>
        <p:spPr>
          <a:xfrm>
            <a:off x="5387057" y="1484760"/>
            <a:ext cx="50366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400" dirty="0" smtClean="0">
                <a:solidFill>
                  <a:schemeClr val="accent1">
                    <a:lumMod val="75000"/>
                  </a:schemeClr>
                </a:solidFill>
                <a:latin typeface="Century Schoolbook" panose="02040604050505020304" pitchFamily="18" charset="0"/>
              </a:rPr>
              <a:t>else</a:t>
            </a:r>
          </a:p>
        </p:txBody>
      </p:sp>
      <p:cxnSp>
        <p:nvCxnSpPr>
          <p:cNvPr id="75" name="Connettore 2 74"/>
          <p:cNvCxnSpPr/>
          <p:nvPr/>
        </p:nvCxnSpPr>
        <p:spPr>
          <a:xfrm flipV="1">
            <a:off x="5831873" y="1264546"/>
            <a:ext cx="0" cy="111709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Connettore 2 79"/>
          <p:cNvCxnSpPr/>
          <p:nvPr/>
        </p:nvCxnSpPr>
        <p:spPr>
          <a:xfrm>
            <a:off x="6090653" y="1264545"/>
            <a:ext cx="0" cy="1117096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CasellaDiTesto 82"/>
          <p:cNvSpPr txBox="1"/>
          <p:nvPr/>
        </p:nvSpPr>
        <p:spPr>
          <a:xfrm>
            <a:off x="6115583" y="1461420"/>
            <a:ext cx="26802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l-GR" sz="1400" dirty="0">
                <a:solidFill>
                  <a:schemeClr val="accent1">
                    <a:lumMod val="75000"/>
                  </a:schemeClr>
                </a:solidFill>
                <a:latin typeface="Century Schoolbook" panose="02040604050505020304" pitchFamily="18" charset="0"/>
              </a:rPr>
              <a:t>ε</a:t>
            </a:r>
            <a:endParaRPr lang="it-IT" sz="1400" dirty="0" smtClean="0">
              <a:solidFill>
                <a:schemeClr val="accent1">
                  <a:lumMod val="75000"/>
                </a:schemeClr>
              </a:solidFill>
              <a:latin typeface="Century Schoolbook" panose="02040604050505020304" pitchFamily="18" charset="0"/>
            </a:endParaRPr>
          </a:p>
        </p:txBody>
      </p:sp>
      <p:sp>
        <p:nvSpPr>
          <p:cNvPr id="84" name="CasellaDiTesto 83"/>
          <p:cNvSpPr txBox="1"/>
          <p:nvPr/>
        </p:nvSpPr>
        <p:spPr>
          <a:xfrm>
            <a:off x="2231240" y="4546369"/>
            <a:ext cx="107273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400" dirty="0" smtClean="0">
                <a:solidFill>
                  <a:schemeClr val="accent1">
                    <a:lumMod val="75000"/>
                  </a:schemeClr>
                </a:solidFill>
                <a:latin typeface="Century Schoolbook" panose="02040604050505020304" pitchFamily="18" charset="0"/>
              </a:rPr>
              <a:t>when done</a:t>
            </a:r>
            <a:endParaRPr lang="it-IT" sz="1400" dirty="0">
              <a:solidFill>
                <a:schemeClr val="accent2">
                  <a:lumMod val="75000"/>
                </a:schemeClr>
              </a:solidFill>
              <a:latin typeface="Century Schoolbook" panose="02040604050505020304" pitchFamily="18" charset="0"/>
            </a:endParaRPr>
          </a:p>
        </p:txBody>
      </p:sp>
      <p:sp>
        <p:nvSpPr>
          <p:cNvPr id="86" name="CasellaDiTesto 85"/>
          <p:cNvSpPr txBox="1"/>
          <p:nvPr/>
        </p:nvSpPr>
        <p:spPr>
          <a:xfrm>
            <a:off x="2231240" y="5280923"/>
            <a:ext cx="107273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400" dirty="0" smtClean="0">
                <a:solidFill>
                  <a:schemeClr val="accent1">
                    <a:lumMod val="75000"/>
                  </a:schemeClr>
                </a:solidFill>
                <a:latin typeface="Century Schoolbook" panose="02040604050505020304" pitchFamily="18" charset="0"/>
              </a:rPr>
              <a:t>when done</a:t>
            </a:r>
            <a:endParaRPr lang="it-IT" sz="1400" dirty="0">
              <a:solidFill>
                <a:schemeClr val="accent2">
                  <a:lumMod val="75000"/>
                </a:schemeClr>
              </a:solidFill>
              <a:latin typeface="Century Schoolbook" panose="02040604050505020304" pitchFamily="18" charset="0"/>
            </a:endParaRPr>
          </a:p>
        </p:txBody>
      </p:sp>
      <p:sp>
        <p:nvSpPr>
          <p:cNvPr id="87" name="CasellaDiTesto 86"/>
          <p:cNvSpPr txBox="1"/>
          <p:nvPr/>
        </p:nvSpPr>
        <p:spPr>
          <a:xfrm>
            <a:off x="4314327" y="5289222"/>
            <a:ext cx="107273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400" dirty="0" smtClean="0">
                <a:solidFill>
                  <a:schemeClr val="accent1">
                    <a:lumMod val="75000"/>
                  </a:schemeClr>
                </a:solidFill>
                <a:latin typeface="Century Schoolbook" panose="02040604050505020304" pitchFamily="18" charset="0"/>
              </a:rPr>
              <a:t>when done</a:t>
            </a:r>
            <a:endParaRPr lang="it-IT" sz="1400" dirty="0">
              <a:solidFill>
                <a:schemeClr val="accent2">
                  <a:lumMod val="75000"/>
                </a:schemeClr>
              </a:solidFill>
              <a:latin typeface="Century Schoolbook" panose="02040604050505020304" pitchFamily="18" charset="0"/>
            </a:endParaRPr>
          </a:p>
        </p:txBody>
      </p:sp>
      <p:sp>
        <p:nvSpPr>
          <p:cNvPr id="88" name="CasellaDiTesto 87"/>
          <p:cNvSpPr txBox="1"/>
          <p:nvPr/>
        </p:nvSpPr>
        <p:spPr>
          <a:xfrm>
            <a:off x="8618562" y="3795993"/>
            <a:ext cx="26802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l-GR" sz="1400" dirty="0">
                <a:solidFill>
                  <a:schemeClr val="accent1">
                    <a:lumMod val="75000"/>
                  </a:schemeClr>
                </a:solidFill>
                <a:latin typeface="Century Schoolbook" panose="02040604050505020304" pitchFamily="18" charset="0"/>
              </a:rPr>
              <a:t>ε</a:t>
            </a:r>
            <a:endParaRPr lang="it-IT" sz="1400" dirty="0" smtClean="0">
              <a:solidFill>
                <a:schemeClr val="accent1">
                  <a:lumMod val="75000"/>
                </a:schemeClr>
              </a:solidFill>
              <a:latin typeface="Century Schoolbook" panose="02040604050505020304" pitchFamily="18" charset="0"/>
            </a:endParaRPr>
          </a:p>
        </p:txBody>
      </p:sp>
      <p:sp>
        <p:nvSpPr>
          <p:cNvPr id="95" name="CasellaDiTesto 94"/>
          <p:cNvSpPr txBox="1"/>
          <p:nvPr/>
        </p:nvSpPr>
        <p:spPr>
          <a:xfrm>
            <a:off x="8618562" y="4546368"/>
            <a:ext cx="107273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400" dirty="0" smtClean="0">
                <a:solidFill>
                  <a:schemeClr val="accent1">
                    <a:lumMod val="75000"/>
                  </a:schemeClr>
                </a:solidFill>
                <a:latin typeface="Century Schoolbook" panose="02040604050505020304" pitchFamily="18" charset="0"/>
              </a:rPr>
              <a:t>when done</a:t>
            </a:r>
            <a:endParaRPr lang="it-IT" sz="1400" dirty="0">
              <a:solidFill>
                <a:schemeClr val="accent2">
                  <a:lumMod val="75000"/>
                </a:schemeClr>
              </a:solidFill>
              <a:latin typeface="Century Schoolbook" panose="02040604050505020304" pitchFamily="18" charset="0"/>
            </a:endParaRPr>
          </a:p>
        </p:txBody>
      </p:sp>
      <p:sp>
        <p:nvSpPr>
          <p:cNvPr id="96" name="CasellaDiTesto 95"/>
          <p:cNvSpPr txBox="1"/>
          <p:nvPr/>
        </p:nvSpPr>
        <p:spPr>
          <a:xfrm>
            <a:off x="6696974" y="4742351"/>
            <a:ext cx="107273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400" dirty="0" smtClean="0">
                <a:solidFill>
                  <a:schemeClr val="accent1">
                    <a:lumMod val="75000"/>
                  </a:schemeClr>
                </a:solidFill>
                <a:latin typeface="Century Schoolbook" panose="02040604050505020304" pitchFamily="18" charset="0"/>
              </a:rPr>
              <a:t>when done</a:t>
            </a:r>
            <a:endParaRPr lang="it-IT" sz="1400" dirty="0">
              <a:solidFill>
                <a:schemeClr val="accent2">
                  <a:lumMod val="75000"/>
                </a:schemeClr>
              </a:solidFill>
              <a:latin typeface="Century Schoolbook" panose="02040604050505020304" pitchFamily="18" charset="0"/>
            </a:endParaRPr>
          </a:p>
        </p:txBody>
      </p:sp>
      <p:sp>
        <p:nvSpPr>
          <p:cNvPr id="54" name="CasellaDiTesto 53"/>
          <p:cNvSpPr txBox="1"/>
          <p:nvPr/>
        </p:nvSpPr>
        <p:spPr>
          <a:xfrm>
            <a:off x="3989620" y="2055242"/>
            <a:ext cx="129554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400" dirty="0" smtClean="0">
                <a:solidFill>
                  <a:schemeClr val="accent1">
                    <a:lumMod val="75000"/>
                  </a:schemeClr>
                </a:solidFill>
                <a:latin typeface="Century Schoolbook" panose="02040604050505020304" pitchFamily="18" charset="0"/>
              </a:rPr>
              <a:t>enter request</a:t>
            </a:r>
          </a:p>
        </p:txBody>
      </p:sp>
      <p:sp>
        <p:nvSpPr>
          <p:cNvPr id="55" name="CasellaDiTesto 54"/>
          <p:cNvSpPr txBox="1"/>
          <p:nvPr/>
        </p:nvSpPr>
        <p:spPr>
          <a:xfrm>
            <a:off x="8704189" y="2931529"/>
            <a:ext cx="193514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400" dirty="0" smtClean="0">
                <a:solidFill>
                  <a:schemeClr val="accent1">
                    <a:lumMod val="75000"/>
                  </a:schemeClr>
                </a:solidFill>
                <a:latin typeface="Century Schoolbook" panose="02040604050505020304" pitchFamily="18" charset="0"/>
              </a:rPr>
              <a:t>OUTDOOR-area free</a:t>
            </a:r>
          </a:p>
        </p:txBody>
      </p:sp>
      <p:cxnSp>
        <p:nvCxnSpPr>
          <p:cNvPr id="68" name="Connettore 2 67"/>
          <p:cNvCxnSpPr/>
          <p:nvPr/>
        </p:nvCxnSpPr>
        <p:spPr>
          <a:xfrm flipH="1">
            <a:off x="4150669" y="2474852"/>
            <a:ext cx="984286" cy="896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Connettore 2 71"/>
          <p:cNvCxnSpPr/>
          <p:nvPr/>
        </p:nvCxnSpPr>
        <p:spPr>
          <a:xfrm flipV="1">
            <a:off x="4150669" y="2728862"/>
            <a:ext cx="984286" cy="896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CasellaDiTesto 75"/>
          <p:cNvSpPr txBox="1"/>
          <p:nvPr/>
        </p:nvSpPr>
        <p:spPr>
          <a:xfrm>
            <a:off x="4133730" y="2710250"/>
            <a:ext cx="50366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400" dirty="0" smtClean="0">
                <a:solidFill>
                  <a:schemeClr val="accent1">
                    <a:lumMod val="75000"/>
                  </a:schemeClr>
                </a:solidFill>
                <a:latin typeface="Century Schoolbook" panose="02040604050505020304" pitchFamily="18" charset="0"/>
              </a:rPr>
              <a:t>else</a:t>
            </a:r>
          </a:p>
        </p:txBody>
      </p:sp>
      <p:cxnSp>
        <p:nvCxnSpPr>
          <p:cNvPr id="77" name="Connettore 2 76"/>
          <p:cNvCxnSpPr/>
          <p:nvPr/>
        </p:nvCxnSpPr>
        <p:spPr>
          <a:xfrm flipH="1" flipV="1">
            <a:off x="6787576" y="2728862"/>
            <a:ext cx="984289" cy="896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Connettore 2 80"/>
          <p:cNvCxnSpPr/>
          <p:nvPr/>
        </p:nvCxnSpPr>
        <p:spPr>
          <a:xfrm>
            <a:off x="6787576" y="2474852"/>
            <a:ext cx="984289" cy="896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CasellaDiTesto 84"/>
          <p:cNvSpPr txBox="1"/>
          <p:nvPr/>
        </p:nvSpPr>
        <p:spPr>
          <a:xfrm>
            <a:off x="7266040" y="2727395"/>
            <a:ext cx="50366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400" dirty="0" smtClean="0">
                <a:solidFill>
                  <a:schemeClr val="accent1">
                    <a:lumMod val="75000"/>
                  </a:schemeClr>
                </a:solidFill>
                <a:latin typeface="Century Schoolbook" panose="02040604050505020304" pitchFamily="18" charset="0"/>
              </a:rPr>
              <a:t>else</a:t>
            </a:r>
          </a:p>
        </p:txBody>
      </p:sp>
    </p:spTree>
    <p:extLst>
      <p:ext uri="{BB962C8B-B14F-4D97-AF65-F5344CB8AC3E}">
        <p14:creationId xmlns:p14="http://schemas.microsoft.com/office/powerpoint/2010/main" val="412753066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6" name="Connettore 4 55"/>
          <p:cNvCxnSpPr/>
          <p:nvPr/>
        </p:nvCxnSpPr>
        <p:spPr>
          <a:xfrm rot="10800000">
            <a:off x="6367683" y="2206509"/>
            <a:ext cx="1810597" cy="2244137"/>
          </a:xfrm>
          <a:prstGeom prst="bentConnector2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Connettore 4 132"/>
          <p:cNvCxnSpPr/>
          <p:nvPr/>
        </p:nvCxnSpPr>
        <p:spPr>
          <a:xfrm flipV="1">
            <a:off x="3735784" y="2206508"/>
            <a:ext cx="1810599" cy="749213"/>
          </a:xfrm>
          <a:prstGeom prst="bentConnector2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ttangolo arrotondato 3"/>
          <p:cNvSpPr/>
          <p:nvPr/>
        </p:nvSpPr>
        <p:spPr>
          <a:xfrm>
            <a:off x="2498048" y="1775042"/>
            <a:ext cx="1652621" cy="440431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 smtClean="0">
                <a:solidFill>
                  <a:schemeClr val="tx1"/>
                </a:solidFill>
                <a:latin typeface="Century Schoolbook" panose="02040604050505020304" pitchFamily="18" charset="0"/>
              </a:rPr>
              <a:t>acceptIN</a:t>
            </a:r>
          </a:p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/</a:t>
            </a:r>
            <a:r>
              <a:rPr lang="it-IT" sz="1400" dirty="0">
                <a:solidFill>
                  <a:schemeClr val="accent2">
                    <a:lumMod val="75000"/>
                  </a:schemeClr>
                </a:solidFill>
                <a:latin typeface="Century Schoolbook" panose="02040604050505020304" pitchFamily="18" charset="0"/>
              </a:rPr>
              <a:t>send </a:t>
            </a:r>
            <a:r>
              <a:rPr lang="it-IT" sz="1400" dirty="0" smtClean="0">
                <a:solidFill>
                  <a:schemeClr val="accent2">
                    <a:lumMod val="75000"/>
                  </a:schemeClr>
                </a:solidFill>
                <a:latin typeface="Century Schoolbook" panose="02040604050505020304" pitchFamily="18" charset="0"/>
              </a:rPr>
              <a:t>notice</a:t>
            </a:r>
            <a:endParaRPr lang="it-IT" sz="1400" dirty="0">
              <a:solidFill>
                <a:schemeClr val="accent2">
                  <a:lumMod val="75000"/>
                </a:schemeClr>
              </a:solidFill>
              <a:latin typeface="Century Schoolbook" panose="02040604050505020304" pitchFamily="18" charset="0"/>
            </a:endParaRPr>
          </a:p>
        </p:txBody>
      </p:sp>
      <p:sp>
        <p:nvSpPr>
          <p:cNvPr id="5" name="Rettangolo arrotondato 4"/>
          <p:cNvSpPr/>
          <p:nvPr/>
        </p:nvSpPr>
        <p:spPr>
          <a:xfrm>
            <a:off x="2498046" y="2735505"/>
            <a:ext cx="1652621" cy="440431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 smtClean="0">
                <a:solidFill>
                  <a:schemeClr val="tx1"/>
                </a:solidFill>
                <a:latin typeface="Century Schoolbook" panose="02040604050505020304" pitchFamily="18" charset="0"/>
              </a:rPr>
              <a:t>informIN</a:t>
            </a:r>
          </a:p>
          <a:p>
            <a:pPr algn="ctr"/>
            <a:r>
              <a:rPr lang="it-IT" sz="1400" dirty="0" smtClean="0">
                <a:solidFill>
                  <a:schemeClr val="tx1"/>
                </a:solidFill>
                <a:latin typeface="Century Schoolbook" panose="02040604050505020304" pitchFamily="18" charset="0"/>
              </a:rPr>
              <a:t>/</a:t>
            </a:r>
            <a:r>
              <a:rPr lang="it-IT" sz="1400" dirty="0" smtClean="0">
                <a:solidFill>
                  <a:schemeClr val="accent2">
                    <a:lumMod val="75000"/>
                  </a:schemeClr>
                </a:solidFill>
                <a:latin typeface="Century Schoolbook" panose="02040604050505020304" pitchFamily="18" charset="0"/>
              </a:rPr>
              <a:t>SLOTNUM</a:t>
            </a:r>
          </a:p>
        </p:txBody>
      </p:sp>
      <p:sp>
        <p:nvSpPr>
          <p:cNvPr id="15" name="Rettangolo arrotondato 14"/>
          <p:cNvSpPr/>
          <p:nvPr/>
        </p:nvSpPr>
        <p:spPr>
          <a:xfrm>
            <a:off x="2498048" y="3482967"/>
            <a:ext cx="1652621" cy="440431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 smtClean="0">
                <a:solidFill>
                  <a:schemeClr val="tx1"/>
                </a:solidFill>
                <a:latin typeface="Century Schoolbook" panose="02040604050505020304" pitchFamily="18" charset="0"/>
              </a:rPr>
              <a:t>moveToIn</a:t>
            </a:r>
          </a:p>
          <a:p>
            <a:pPr algn="ctr"/>
            <a:r>
              <a:rPr lang="it-IT" sz="1400" dirty="0" smtClean="0">
                <a:solidFill>
                  <a:schemeClr val="tx1"/>
                </a:solidFill>
                <a:latin typeface="Century Schoolbook" panose="02040604050505020304" pitchFamily="18" charset="0"/>
              </a:rPr>
              <a:t>/</a:t>
            </a:r>
            <a:r>
              <a:rPr lang="it-IT" sz="1400" dirty="0" smtClean="0">
                <a:solidFill>
                  <a:schemeClr val="accent2">
                    <a:lumMod val="75000"/>
                  </a:schemeClr>
                </a:solidFill>
                <a:latin typeface="Century Schoolbook" panose="02040604050505020304" pitchFamily="18" charset="0"/>
              </a:rPr>
              <a:t>goto INDOOR</a:t>
            </a:r>
          </a:p>
        </p:txBody>
      </p:sp>
      <p:sp>
        <p:nvSpPr>
          <p:cNvPr id="16" name="Rettangolo arrotondato 15"/>
          <p:cNvSpPr/>
          <p:nvPr/>
        </p:nvSpPr>
        <p:spPr>
          <a:xfrm>
            <a:off x="2498048" y="4231755"/>
            <a:ext cx="1652621" cy="440431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 smtClean="0">
                <a:solidFill>
                  <a:schemeClr val="tx1"/>
                </a:solidFill>
                <a:latin typeface="Century Schoolbook" panose="02040604050505020304" pitchFamily="18" charset="0"/>
              </a:rPr>
              <a:t>receipt</a:t>
            </a:r>
          </a:p>
          <a:p>
            <a:pPr algn="ctr"/>
            <a:r>
              <a:rPr lang="it-IT" sz="1400" dirty="0" smtClean="0">
                <a:solidFill>
                  <a:schemeClr val="tx1"/>
                </a:solidFill>
                <a:latin typeface="Century Schoolbook" panose="02040604050505020304" pitchFamily="18" charset="0"/>
              </a:rPr>
              <a:t>/</a:t>
            </a:r>
            <a:r>
              <a:rPr lang="it-IT" sz="1400" dirty="0" smtClean="0">
                <a:solidFill>
                  <a:schemeClr val="accent2">
                    <a:lumMod val="75000"/>
                  </a:schemeClr>
                </a:solidFill>
                <a:latin typeface="Century Schoolbook" panose="02040604050505020304" pitchFamily="18" charset="0"/>
              </a:rPr>
              <a:t>TOKENID</a:t>
            </a:r>
          </a:p>
        </p:txBody>
      </p:sp>
      <p:sp>
        <p:nvSpPr>
          <p:cNvPr id="17" name="Rettangolo arrotondato 16"/>
          <p:cNvSpPr/>
          <p:nvPr/>
        </p:nvSpPr>
        <p:spPr>
          <a:xfrm>
            <a:off x="2498048" y="4977891"/>
            <a:ext cx="1652621" cy="440431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 smtClean="0">
                <a:solidFill>
                  <a:schemeClr val="tx1"/>
                </a:solidFill>
                <a:latin typeface="Century Schoolbook" panose="02040604050505020304" pitchFamily="18" charset="0"/>
              </a:rPr>
              <a:t>moveToSlotIn</a:t>
            </a:r>
          </a:p>
          <a:p>
            <a:pPr algn="ctr"/>
            <a:r>
              <a:rPr lang="it-IT" sz="1400" dirty="0" smtClean="0">
                <a:solidFill>
                  <a:schemeClr val="tx1"/>
                </a:solidFill>
                <a:latin typeface="Century Schoolbook" panose="02040604050505020304" pitchFamily="18" charset="0"/>
              </a:rPr>
              <a:t>/</a:t>
            </a:r>
            <a:r>
              <a:rPr lang="it-IT" sz="1400" dirty="0" smtClean="0">
                <a:solidFill>
                  <a:schemeClr val="accent2">
                    <a:lumMod val="75000"/>
                  </a:schemeClr>
                </a:solidFill>
                <a:latin typeface="Century Schoolbook" panose="02040604050505020304" pitchFamily="18" charset="0"/>
              </a:rPr>
              <a:t>goto SLOT</a:t>
            </a:r>
          </a:p>
        </p:txBody>
      </p:sp>
      <p:sp>
        <p:nvSpPr>
          <p:cNvPr id="19" name="Rettangolo arrotondato 18"/>
          <p:cNvSpPr/>
          <p:nvPr/>
        </p:nvSpPr>
        <p:spPr>
          <a:xfrm>
            <a:off x="7771865" y="1775042"/>
            <a:ext cx="1652621" cy="440431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 smtClean="0">
                <a:solidFill>
                  <a:schemeClr val="tx1"/>
                </a:solidFill>
                <a:latin typeface="Century Schoolbook" panose="02040604050505020304" pitchFamily="18" charset="0"/>
              </a:rPr>
              <a:t>acceptOUT</a:t>
            </a:r>
          </a:p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/</a:t>
            </a:r>
            <a:r>
              <a:rPr lang="it-IT" sz="1400" dirty="0">
                <a:solidFill>
                  <a:schemeClr val="accent2">
                    <a:lumMod val="75000"/>
                  </a:schemeClr>
                </a:solidFill>
                <a:latin typeface="Century Schoolbook" panose="02040604050505020304" pitchFamily="18" charset="0"/>
              </a:rPr>
              <a:t>send </a:t>
            </a:r>
            <a:r>
              <a:rPr lang="it-IT" sz="1400" dirty="0" smtClean="0">
                <a:solidFill>
                  <a:schemeClr val="accent2">
                    <a:lumMod val="75000"/>
                  </a:schemeClr>
                </a:solidFill>
                <a:latin typeface="Century Schoolbook" panose="02040604050505020304" pitchFamily="18" charset="0"/>
              </a:rPr>
              <a:t>notice</a:t>
            </a:r>
            <a:endParaRPr lang="it-IT" sz="1400" dirty="0">
              <a:solidFill>
                <a:schemeClr val="accent2">
                  <a:lumMod val="75000"/>
                </a:schemeClr>
              </a:solidFill>
              <a:latin typeface="Century Schoolbook" panose="02040604050505020304" pitchFamily="18" charset="0"/>
            </a:endParaRPr>
          </a:p>
        </p:txBody>
      </p:sp>
      <p:sp>
        <p:nvSpPr>
          <p:cNvPr id="21" name="Rettangolo arrotondato 20"/>
          <p:cNvSpPr/>
          <p:nvPr/>
        </p:nvSpPr>
        <p:spPr>
          <a:xfrm>
            <a:off x="5134955" y="1766077"/>
            <a:ext cx="1652621" cy="440431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 smtClean="0">
                <a:solidFill>
                  <a:schemeClr val="tx1"/>
                </a:solidFill>
                <a:latin typeface="Century Schoolbook" panose="02040604050505020304" pitchFamily="18" charset="0"/>
              </a:rPr>
              <a:t>moveToHome</a:t>
            </a:r>
          </a:p>
          <a:p>
            <a:pPr algn="ctr"/>
            <a:r>
              <a:rPr lang="it-IT" sz="1400" dirty="0" smtClean="0">
                <a:solidFill>
                  <a:schemeClr val="tx1"/>
                </a:solidFill>
                <a:latin typeface="Century Schoolbook" panose="02040604050505020304" pitchFamily="18" charset="0"/>
              </a:rPr>
              <a:t>/ </a:t>
            </a:r>
            <a:r>
              <a:rPr lang="it-IT" sz="1400" dirty="0" smtClean="0">
                <a:solidFill>
                  <a:schemeClr val="accent2">
                    <a:lumMod val="75000"/>
                  </a:schemeClr>
                </a:solidFill>
                <a:latin typeface="Century Schoolbook" panose="02040604050505020304" pitchFamily="18" charset="0"/>
              </a:rPr>
              <a:t>goto HOME</a:t>
            </a:r>
          </a:p>
        </p:txBody>
      </p:sp>
      <p:sp>
        <p:nvSpPr>
          <p:cNvPr id="22" name="Rettangolo arrotondato 21"/>
          <p:cNvSpPr/>
          <p:nvPr/>
        </p:nvSpPr>
        <p:spPr>
          <a:xfrm>
            <a:off x="7771864" y="2735505"/>
            <a:ext cx="1652621" cy="440431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 smtClean="0">
                <a:solidFill>
                  <a:schemeClr val="tx1"/>
                </a:solidFill>
                <a:latin typeface="Century Schoolbook" panose="02040604050505020304" pitchFamily="18" charset="0"/>
              </a:rPr>
              <a:t>findSlot</a:t>
            </a:r>
          </a:p>
          <a:p>
            <a:pPr algn="ctr"/>
            <a:r>
              <a:rPr lang="it-IT" sz="1400" dirty="0" smtClean="0">
                <a:solidFill>
                  <a:schemeClr val="tx1"/>
                </a:solidFill>
                <a:latin typeface="Century Schoolbook" panose="02040604050505020304" pitchFamily="18" charset="0"/>
              </a:rPr>
              <a:t>/</a:t>
            </a:r>
            <a:r>
              <a:rPr lang="it-IT" sz="1400" dirty="0" smtClean="0">
                <a:solidFill>
                  <a:schemeClr val="accent2">
                    <a:lumMod val="75000"/>
                  </a:schemeClr>
                </a:solidFill>
                <a:latin typeface="Century Schoolbook" panose="02040604050505020304" pitchFamily="18" charset="0"/>
              </a:rPr>
              <a:t>CARSLOTNUM</a:t>
            </a:r>
          </a:p>
        </p:txBody>
      </p:sp>
      <p:sp>
        <p:nvSpPr>
          <p:cNvPr id="23" name="Rettangolo arrotondato 22"/>
          <p:cNvSpPr/>
          <p:nvPr/>
        </p:nvSpPr>
        <p:spPr>
          <a:xfrm>
            <a:off x="7771864" y="3484293"/>
            <a:ext cx="1652621" cy="440431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 smtClean="0">
                <a:solidFill>
                  <a:schemeClr val="tx1"/>
                </a:solidFill>
                <a:latin typeface="Century Schoolbook" panose="02040604050505020304" pitchFamily="18" charset="0"/>
              </a:rPr>
              <a:t>moveToSlotOut</a:t>
            </a:r>
          </a:p>
          <a:p>
            <a:pPr algn="ctr"/>
            <a:r>
              <a:rPr lang="it-IT" sz="1400" dirty="0" smtClean="0">
                <a:solidFill>
                  <a:schemeClr val="tx1"/>
                </a:solidFill>
                <a:latin typeface="Century Schoolbook" panose="02040604050505020304" pitchFamily="18" charset="0"/>
              </a:rPr>
              <a:t>/</a:t>
            </a:r>
            <a:r>
              <a:rPr lang="it-IT" sz="1400" dirty="0" smtClean="0">
                <a:solidFill>
                  <a:schemeClr val="accent2">
                    <a:lumMod val="75000"/>
                  </a:schemeClr>
                </a:solidFill>
                <a:latin typeface="Century Schoolbook" panose="02040604050505020304" pitchFamily="18" charset="0"/>
              </a:rPr>
              <a:t>goto SLOT</a:t>
            </a:r>
            <a:endParaRPr lang="it-IT" sz="1400" dirty="0">
              <a:solidFill>
                <a:schemeClr val="accent2">
                  <a:lumMod val="75000"/>
                </a:schemeClr>
              </a:solidFill>
              <a:latin typeface="Century Schoolbook" panose="02040604050505020304" pitchFamily="18" charset="0"/>
            </a:endParaRPr>
          </a:p>
        </p:txBody>
      </p:sp>
      <p:sp>
        <p:nvSpPr>
          <p:cNvPr id="25" name="Rettangolo arrotondato 24"/>
          <p:cNvSpPr/>
          <p:nvPr/>
        </p:nvSpPr>
        <p:spPr>
          <a:xfrm>
            <a:off x="7771863" y="4230429"/>
            <a:ext cx="1652621" cy="440431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 smtClean="0">
                <a:solidFill>
                  <a:schemeClr val="tx1"/>
                </a:solidFill>
                <a:latin typeface="Century Schoolbook" panose="02040604050505020304" pitchFamily="18" charset="0"/>
              </a:rPr>
              <a:t>moveToOut</a:t>
            </a:r>
          </a:p>
          <a:p>
            <a:pPr algn="ctr"/>
            <a:r>
              <a:rPr lang="it-IT" sz="1400" dirty="0" smtClean="0">
                <a:solidFill>
                  <a:schemeClr val="tx1"/>
                </a:solidFill>
                <a:latin typeface="Century Schoolbook" panose="02040604050505020304" pitchFamily="18" charset="0"/>
              </a:rPr>
              <a:t>/</a:t>
            </a:r>
            <a:r>
              <a:rPr lang="it-IT" sz="1400" dirty="0" smtClean="0">
                <a:solidFill>
                  <a:schemeClr val="accent2">
                    <a:lumMod val="75000"/>
                  </a:schemeClr>
                </a:solidFill>
                <a:latin typeface="Century Schoolbook" panose="02040604050505020304" pitchFamily="18" charset="0"/>
              </a:rPr>
              <a:t>goto OUTDOOR</a:t>
            </a:r>
            <a:endParaRPr lang="it-IT" sz="1400" dirty="0">
              <a:solidFill>
                <a:schemeClr val="accent2">
                  <a:lumMod val="75000"/>
                </a:schemeClr>
              </a:solidFill>
              <a:latin typeface="Century Schoolbook" panose="02040604050505020304" pitchFamily="18" charset="0"/>
            </a:endParaRPr>
          </a:p>
        </p:txBody>
      </p:sp>
      <p:cxnSp>
        <p:nvCxnSpPr>
          <p:cNvPr id="115" name="Connettore 4 114"/>
          <p:cNvCxnSpPr>
            <a:stCxn id="17" idx="3"/>
            <a:endCxn id="21" idx="2"/>
          </p:cNvCxnSpPr>
          <p:nvPr/>
        </p:nvCxnSpPr>
        <p:spPr>
          <a:xfrm flipV="1">
            <a:off x="4150669" y="2206508"/>
            <a:ext cx="1810597" cy="2991599"/>
          </a:xfrm>
          <a:prstGeom prst="bentConnector2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Connettore 2 136"/>
          <p:cNvCxnSpPr>
            <a:stCxn id="19" idx="2"/>
            <a:endCxn id="22" idx="0"/>
          </p:cNvCxnSpPr>
          <p:nvPr/>
        </p:nvCxnSpPr>
        <p:spPr>
          <a:xfrm flipH="1">
            <a:off x="8598175" y="2215473"/>
            <a:ext cx="1" cy="520032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0" name="Connettore 2 139"/>
          <p:cNvCxnSpPr>
            <a:stCxn id="22" idx="2"/>
            <a:endCxn id="23" idx="0"/>
          </p:cNvCxnSpPr>
          <p:nvPr/>
        </p:nvCxnSpPr>
        <p:spPr>
          <a:xfrm>
            <a:off x="8598175" y="3175936"/>
            <a:ext cx="0" cy="30835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" name="Connettore 2 142"/>
          <p:cNvCxnSpPr>
            <a:stCxn id="23" idx="2"/>
            <a:endCxn id="25" idx="0"/>
          </p:cNvCxnSpPr>
          <p:nvPr/>
        </p:nvCxnSpPr>
        <p:spPr>
          <a:xfrm flipH="1">
            <a:off x="8598174" y="3924724"/>
            <a:ext cx="1" cy="30570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Connettore 2 145"/>
          <p:cNvCxnSpPr>
            <a:stCxn id="4" idx="2"/>
            <a:endCxn id="5" idx="0"/>
          </p:cNvCxnSpPr>
          <p:nvPr/>
        </p:nvCxnSpPr>
        <p:spPr>
          <a:xfrm flipH="1">
            <a:off x="3324357" y="2215473"/>
            <a:ext cx="2" cy="520032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Connettore 2 148"/>
          <p:cNvCxnSpPr>
            <a:stCxn id="5" idx="2"/>
            <a:endCxn id="15" idx="0"/>
          </p:cNvCxnSpPr>
          <p:nvPr/>
        </p:nvCxnSpPr>
        <p:spPr>
          <a:xfrm>
            <a:off x="3324357" y="3175936"/>
            <a:ext cx="2" cy="30703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2" name="Connettore 2 151"/>
          <p:cNvCxnSpPr>
            <a:stCxn id="15" idx="2"/>
            <a:endCxn id="16" idx="0"/>
          </p:cNvCxnSpPr>
          <p:nvPr/>
        </p:nvCxnSpPr>
        <p:spPr>
          <a:xfrm>
            <a:off x="3324359" y="3923398"/>
            <a:ext cx="0" cy="30835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5" name="Connettore 2 154"/>
          <p:cNvCxnSpPr>
            <a:stCxn id="16" idx="2"/>
            <a:endCxn id="17" idx="0"/>
          </p:cNvCxnSpPr>
          <p:nvPr/>
        </p:nvCxnSpPr>
        <p:spPr>
          <a:xfrm>
            <a:off x="3324359" y="4672186"/>
            <a:ext cx="0" cy="30570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CasellaDiTesto 29"/>
          <p:cNvSpPr txBox="1"/>
          <p:nvPr/>
        </p:nvSpPr>
        <p:spPr>
          <a:xfrm>
            <a:off x="1975911" y="3167783"/>
            <a:ext cx="134844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400" dirty="0" smtClean="0">
                <a:solidFill>
                  <a:schemeClr val="accent1">
                    <a:lumMod val="75000"/>
                  </a:schemeClr>
                </a:solidFill>
                <a:latin typeface="Century Schoolbook" panose="02040604050505020304" pitchFamily="18" charset="0"/>
              </a:rPr>
              <a:t>SLOTNUM&gt;0</a:t>
            </a:r>
            <a:endParaRPr lang="it-IT" sz="1400" dirty="0">
              <a:solidFill>
                <a:schemeClr val="accent2">
                  <a:lumMod val="75000"/>
                </a:schemeClr>
              </a:solidFill>
              <a:latin typeface="Century Schoolbook" panose="02040604050505020304" pitchFamily="18" charset="0"/>
            </a:endParaRPr>
          </a:p>
        </p:txBody>
      </p:sp>
      <p:sp>
        <p:nvSpPr>
          <p:cNvPr id="31" name="CasellaDiTesto 30"/>
          <p:cNvSpPr txBox="1"/>
          <p:nvPr/>
        </p:nvSpPr>
        <p:spPr>
          <a:xfrm>
            <a:off x="4148563" y="2646939"/>
            <a:ext cx="134844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400" dirty="0" smtClean="0">
                <a:solidFill>
                  <a:schemeClr val="accent1">
                    <a:lumMod val="75000"/>
                  </a:schemeClr>
                </a:solidFill>
                <a:latin typeface="Century Schoolbook" panose="02040604050505020304" pitchFamily="18" charset="0"/>
              </a:rPr>
              <a:t>SLOTNUM=0</a:t>
            </a:r>
            <a:endParaRPr lang="it-IT" sz="1400" dirty="0">
              <a:solidFill>
                <a:schemeClr val="accent2">
                  <a:lumMod val="75000"/>
                </a:schemeClr>
              </a:solidFill>
              <a:latin typeface="Century Schoolbook" panose="02040604050505020304" pitchFamily="18" charset="0"/>
            </a:endParaRPr>
          </a:p>
        </p:txBody>
      </p:sp>
      <p:sp>
        <p:nvSpPr>
          <p:cNvPr id="39" name="CasellaDiTesto 38"/>
          <p:cNvSpPr txBox="1"/>
          <p:nvPr/>
        </p:nvSpPr>
        <p:spPr>
          <a:xfrm>
            <a:off x="1552667" y="2216461"/>
            <a:ext cx="174919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400" dirty="0" smtClean="0">
                <a:solidFill>
                  <a:schemeClr val="accent1">
                    <a:lumMod val="75000"/>
                  </a:schemeClr>
                </a:solidFill>
                <a:latin typeface="Century Schoolbook" panose="02040604050505020304" pitchFamily="18" charset="0"/>
              </a:rPr>
              <a:t>slot available</a:t>
            </a:r>
          </a:p>
          <a:p>
            <a:r>
              <a:rPr lang="it-IT" sz="1400" dirty="0" smtClean="0">
                <a:solidFill>
                  <a:schemeClr val="accent1">
                    <a:lumMod val="75000"/>
                  </a:schemeClr>
                </a:solidFill>
                <a:latin typeface="Century Schoolbook" panose="02040604050505020304" pitchFamily="18" charset="0"/>
              </a:rPr>
              <a:t>INDOOR-area free</a:t>
            </a:r>
          </a:p>
        </p:txBody>
      </p:sp>
      <p:sp>
        <p:nvSpPr>
          <p:cNvPr id="40" name="CasellaDiTesto 39"/>
          <p:cNvSpPr txBox="1"/>
          <p:nvPr/>
        </p:nvSpPr>
        <p:spPr>
          <a:xfrm>
            <a:off x="6162958" y="1444730"/>
            <a:ext cx="234551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400" dirty="0" smtClean="0">
                <a:solidFill>
                  <a:schemeClr val="accent1">
                    <a:lumMod val="75000"/>
                  </a:schemeClr>
                </a:solidFill>
                <a:latin typeface="Century Schoolbook" panose="02040604050505020304" pitchFamily="18" charset="0"/>
              </a:rPr>
              <a:t>exit request w/ TOKENID</a:t>
            </a:r>
          </a:p>
        </p:txBody>
      </p:sp>
      <p:sp>
        <p:nvSpPr>
          <p:cNvPr id="84" name="CasellaDiTesto 83"/>
          <p:cNvSpPr txBox="1"/>
          <p:nvPr/>
        </p:nvSpPr>
        <p:spPr>
          <a:xfrm>
            <a:off x="2231240" y="3930805"/>
            <a:ext cx="107273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400" dirty="0" smtClean="0">
                <a:solidFill>
                  <a:schemeClr val="accent1">
                    <a:lumMod val="75000"/>
                  </a:schemeClr>
                </a:solidFill>
                <a:latin typeface="Century Schoolbook" panose="02040604050505020304" pitchFamily="18" charset="0"/>
              </a:rPr>
              <a:t>when done</a:t>
            </a:r>
            <a:endParaRPr lang="it-IT" sz="1400" dirty="0">
              <a:solidFill>
                <a:schemeClr val="accent2">
                  <a:lumMod val="75000"/>
                </a:schemeClr>
              </a:solidFill>
              <a:latin typeface="Century Schoolbook" panose="02040604050505020304" pitchFamily="18" charset="0"/>
            </a:endParaRPr>
          </a:p>
        </p:txBody>
      </p:sp>
      <p:sp>
        <p:nvSpPr>
          <p:cNvPr id="86" name="CasellaDiTesto 85"/>
          <p:cNvSpPr txBox="1"/>
          <p:nvPr/>
        </p:nvSpPr>
        <p:spPr>
          <a:xfrm>
            <a:off x="2231240" y="4665359"/>
            <a:ext cx="107273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400" dirty="0" smtClean="0">
                <a:solidFill>
                  <a:schemeClr val="accent1">
                    <a:lumMod val="75000"/>
                  </a:schemeClr>
                </a:solidFill>
                <a:latin typeface="Century Schoolbook" panose="02040604050505020304" pitchFamily="18" charset="0"/>
              </a:rPr>
              <a:t>when done</a:t>
            </a:r>
            <a:endParaRPr lang="it-IT" sz="1400" dirty="0">
              <a:solidFill>
                <a:schemeClr val="accent2">
                  <a:lumMod val="75000"/>
                </a:schemeClr>
              </a:solidFill>
              <a:latin typeface="Century Schoolbook" panose="02040604050505020304" pitchFamily="18" charset="0"/>
            </a:endParaRPr>
          </a:p>
        </p:txBody>
      </p:sp>
      <p:sp>
        <p:nvSpPr>
          <p:cNvPr id="87" name="CasellaDiTesto 86"/>
          <p:cNvSpPr txBox="1"/>
          <p:nvPr/>
        </p:nvSpPr>
        <p:spPr>
          <a:xfrm>
            <a:off x="4167608" y="4890329"/>
            <a:ext cx="107273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400" dirty="0" smtClean="0">
                <a:solidFill>
                  <a:schemeClr val="accent1">
                    <a:lumMod val="75000"/>
                  </a:schemeClr>
                </a:solidFill>
                <a:latin typeface="Century Schoolbook" panose="02040604050505020304" pitchFamily="18" charset="0"/>
              </a:rPr>
              <a:t>when done</a:t>
            </a:r>
            <a:endParaRPr lang="it-IT" sz="1400" dirty="0">
              <a:solidFill>
                <a:schemeClr val="accent2">
                  <a:lumMod val="75000"/>
                </a:schemeClr>
              </a:solidFill>
              <a:latin typeface="Century Schoolbook" panose="02040604050505020304" pitchFamily="18" charset="0"/>
            </a:endParaRPr>
          </a:p>
        </p:txBody>
      </p:sp>
      <p:sp>
        <p:nvSpPr>
          <p:cNvPr id="88" name="CasellaDiTesto 87"/>
          <p:cNvSpPr txBox="1"/>
          <p:nvPr/>
        </p:nvSpPr>
        <p:spPr>
          <a:xfrm>
            <a:off x="8618562" y="3180429"/>
            <a:ext cx="26802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l-GR" sz="1400" dirty="0">
                <a:solidFill>
                  <a:schemeClr val="accent1">
                    <a:lumMod val="75000"/>
                  </a:schemeClr>
                </a:solidFill>
                <a:latin typeface="Century Schoolbook" panose="02040604050505020304" pitchFamily="18" charset="0"/>
              </a:rPr>
              <a:t>ε</a:t>
            </a:r>
            <a:endParaRPr lang="it-IT" sz="1400" dirty="0" smtClean="0">
              <a:solidFill>
                <a:schemeClr val="accent1">
                  <a:lumMod val="75000"/>
                </a:schemeClr>
              </a:solidFill>
              <a:latin typeface="Century Schoolbook" panose="02040604050505020304" pitchFamily="18" charset="0"/>
            </a:endParaRPr>
          </a:p>
        </p:txBody>
      </p:sp>
      <p:sp>
        <p:nvSpPr>
          <p:cNvPr id="95" name="CasellaDiTesto 94"/>
          <p:cNvSpPr txBox="1"/>
          <p:nvPr/>
        </p:nvSpPr>
        <p:spPr>
          <a:xfrm>
            <a:off x="8618562" y="3930804"/>
            <a:ext cx="107273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400" dirty="0" smtClean="0">
                <a:solidFill>
                  <a:schemeClr val="accent1">
                    <a:lumMod val="75000"/>
                  </a:schemeClr>
                </a:solidFill>
                <a:latin typeface="Century Schoolbook" panose="02040604050505020304" pitchFamily="18" charset="0"/>
              </a:rPr>
              <a:t>when done</a:t>
            </a:r>
            <a:endParaRPr lang="it-IT" sz="1400" dirty="0">
              <a:solidFill>
                <a:schemeClr val="accent2">
                  <a:lumMod val="75000"/>
                </a:schemeClr>
              </a:solidFill>
              <a:latin typeface="Century Schoolbook" panose="02040604050505020304" pitchFamily="18" charset="0"/>
            </a:endParaRPr>
          </a:p>
        </p:txBody>
      </p:sp>
      <p:sp>
        <p:nvSpPr>
          <p:cNvPr id="96" name="CasellaDiTesto 95"/>
          <p:cNvSpPr txBox="1"/>
          <p:nvPr/>
        </p:nvSpPr>
        <p:spPr>
          <a:xfrm>
            <a:off x="6696974" y="4146183"/>
            <a:ext cx="107273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400" dirty="0" smtClean="0">
                <a:solidFill>
                  <a:schemeClr val="accent1">
                    <a:lumMod val="75000"/>
                  </a:schemeClr>
                </a:solidFill>
                <a:latin typeface="Century Schoolbook" panose="02040604050505020304" pitchFamily="18" charset="0"/>
              </a:rPr>
              <a:t>when done</a:t>
            </a:r>
            <a:endParaRPr lang="it-IT" sz="1400" dirty="0">
              <a:solidFill>
                <a:schemeClr val="accent2">
                  <a:lumMod val="75000"/>
                </a:schemeClr>
              </a:solidFill>
              <a:latin typeface="Century Schoolbook" panose="02040604050505020304" pitchFamily="18" charset="0"/>
            </a:endParaRPr>
          </a:p>
        </p:txBody>
      </p:sp>
      <p:sp>
        <p:nvSpPr>
          <p:cNvPr id="54" name="CasellaDiTesto 53"/>
          <p:cNvSpPr txBox="1"/>
          <p:nvPr/>
        </p:nvSpPr>
        <p:spPr>
          <a:xfrm>
            <a:off x="3989620" y="1439678"/>
            <a:ext cx="129554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400" dirty="0" smtClean="0">
                <a:solidFill>
                  <a:schemeClr val="accent1">
                    <a:lumMod val="75000"/>
                  </a:schemeClr>
                </a:solidFill>
                <a:latin typeface="Century Schoolbook" panose="02040604050505020304" pitchFamily="18" charset="0"/>
              </a:rPr>
              <a:t>enter request</a:t>
            </a:r>
          </a:p>
        </p:txBody>
      </p:sp>
      <p:sp>
        <p:nvSpPr>
          <p:cNvPr id="55" name="CasellaDiTesto 54"/>
          <p:cNvSpPr txBox="1"/>
          <p:nvPr/>
        </p:nvSpPr>
        <p:spPr>
          <a:xfrm>
            <a:off x="8618562" y="2324545"/>
            <a:ext cx="193514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400" dirty="0" smtClean="0">
                <a:solidFill>
                  <a:schemeClr val="accent1">
                    <a:lumMod val="75000"/>
                  </a:schemeClr>
                </a:solidFill>
                <a:latin typeface="Century Schoolbook" panose="02040604050505020304" pitchFamily="18" charset="0"/>
              </a:rPr>
              <a:t>OUTDOOR-area free</a:t>
            </a:r>
          </a:p>
        </p:txBody>
      </p:sp>
      <p:cxnSp>
        <p:nvCxnSpPr>
          <p:cNvPr id="68" name="Connettore 2 67"/>
          <p:cNvCxnSpPr/>
          <p:nvPr/>
        </p:nvCxnSpPr>
        <p:spPr>
          <a:xfrm flipH="1">
            <a:off x="4150669" y="1859288"/>
            <a:ext cx="984286" cy="896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Connettore 2 71"/>
          <p:cNvCxnSpPr/>
          <p:nvPr/>
        </p:nvCxnSpPr>
        <p:spPr>
          <a:xfrm flipV="1">
            <a:off x="4150669" y="2113298"/>
            <a:ext cx="984286" cy="896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CasellaDiTesto 75"/>
          <p:cNvSpPr txBox="1"/>
          <p:nvPr/>
        </p:nvSpPr>
        <p:spPr>
          <a:xfrm>
            <a:off x="4133730" y="2094686"/>
            <a:ext cx="50366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400" dirty="0" smtClean="0">
                <a:solidFill>
                  <a:schemeClr val="accent1">
                    <a:lumMod val="75000"/>
                  </a:schemeClr>
                </a:solidFill>
                <a:latin typeface="Century Schoolbook" panose="02040604050505020304" pitchFamily="18" charset="0"/>
              </a:rPr>
              <a:t>else</a:t>
            </a:r>
          </a:p>
        </p:txBody>
      </p:sp>
      <p:cxnSp>
        <p:nvCxnSpPr>
          <p:cNvPr id="77" name="Connettore 2 76"/>
          <p:cNvCxnSpPr/>
          <p:nvPr/>
        </p:nvCxnSpPr>
        <p:spPr>
          <a:xfrm flipH="1" flipV="1">
            <a:off x="6787576" y="2113298"/>
            <a:ext cx="984289" cy="896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Connettore 2 80"/>
          <p:cNvCxnSpPr/>
          <p:nvPr/>
        </p:nvCxnSpPr>
        <p:spPr>
          <a:xfrm>
            <a:off x="6787576" y="1859288"/>
            <a:ext cx="984289" cy="896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CasellaDiTesto 84"/>
          <p:cNvSpPr txBox="1"/>
          <p:nvPr/>
        </p:nvSpPr>
        <p:spPr>
          <a:xfrm>
            <a:off x="7266040" y="2111831"/>
            <a:ext cx="50366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400" dirty="0" smtClean="0">
                <a:solidFill>
                  <a:schemeClr val="accent1">
                    <a:lumMod val="75000"/>
                  </a:schemeClr>
                </a:solidFill>
                <a:latin typeface="Century Schoolbook" panose="02040604050505020304" pitchFamily="18" charset="0"/>
              </a:rPr>
              <a:t>else</a:t>
            </a:r>
          </a:p>
        </p:txBody>
      </p:sp>
    </p:spTree>
    <p:extLst>
      <p:ext uri="{BB962C8B-B14F-4D97-AF65-F5344CB8AC3E}">
        <p14:creationId xmlns:p14="http://schemas.microsoft.com/office/powerpoint/2010/main" val="22471364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Ovale 80"/>
          <p:cNvSpPr/>
          <p:nvPr/>
        </p:nvSpPr>
        <p:spPr>
          <a:xfrm>
            <a:off x="2223628" y="4242720"/>
            <a:ext cx="1302611" cy="982897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 smtClean="0">
                <a:solidFill>
                  <a:schemeClr val="tx1"/>
                </a:solidFill>
                <a:latin typeface="Century Schoolbook" panose="02040604050505020304" pitchFamily="18" charset="0"/>
              </a:rPr>
              <a:t>Business</a:t>
            </a:r>
          </a:p>
          <a:p>
            <a:pPr algn="ctr"/>
            <a:r>
              <a:rPr lang="it-IT" sz="1400" dirty="0" smtClean="0">
                <a:solidFill>
                  <a:schemeClr val="tx1"/>
                </a:solidFill>
                <a:latin typeface="Century Schoolbook" panose="02040604050505020304" pitchFamily="18" charset="0"/>
              </a:rPr>
              <a:t>Logic</a:t>
            </a:r>
            <a:endParaRPr lang="it-IT" sz="1400" dirty="0">
              <a:solidFill>
                <a:schemeClr val="tx1"/>
              </a:solidFill>
              <a:latin typeface="Century Schoolbook" panose="02040604050505020304" pitchFamily="18" charset="0"/>
            </a:endParaRPr>
          </a:p>
        </p:txBody>
      </p:sp>
      <p:sp>
        <p:nvSpPr>
          <p:cNvPr id="82" name="Triangolo isoscele 81"/>
          <p:cNvSpPr/>
          <p:nvPr/>
        </p:nvSpPr>
        <p:spPr>
          <a:xfrm rot="16200000">
            <a:off x="2724103" y="4121320"/>
            <a:ext cx="301659" cy="260051"/>
          </a:xfrm>
          <a:prstGeom prst="triangle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83" name="Rettangolo 82"/>
          <p:cNvSpPr/>
          <p:nvPr/>
        </p:nvSpPr>
        <p:spPr>
          <a:xfrm>
            <a:off x="1900137" y="4616938"/>
            <a:ext cx="501185" cy="23810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84" name="Ovale 83"/>
          <p:cNvSpPr/>
          <p:nvPr/>
        </p:nvSpPr>
        <p:spPr>
          <a:xfrm>
            <a:off x="4371007" y="4242720"/>
            <a:ext cx="1302611" cy="982897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 smtClean="0">
                <a:solidFill>
                  <a:schemeClr val="tx1"/>
                </a:solidFill>
                <a:latin typeface="Century Schoolbook" panose="02040604050505020304" pitchFamily="18" charset="0"/>
              </a:rPr>
              <a:t>Robot Proxy</a:t>
            </a:r>
            <a:endParaRPr lang="it-IT" sz="1400" dirty="0">
              <a:solidFill>
                <a:schemeClr val="tx1"/>
              </a:solidFill>
              <a:latin typeface="Century Schoolbook" panose="02040604050505020304" pitchFamily="18" charset="0"/>
            </a:endParaRPr>
          </a:p>
        </p:txBody>
      </p:sp>
      <p:sp>
        <p:nvSpPr>
          <p:cNvPr id="85" name="Triangolo isoscele 84"/>
          <p:cNvSpPr/>
          <p:nvPr/>
        </p:nvSpPr>
        <p:spPr>
          <a:xfrm rot="16200000">
            <a:off x="4871482" y="4121320"/>
            <a:ext cx="301659" cy="260051"/>
          </a:xfrm>
          <a:prstGeom prst="triangle">
            <a:avLst/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86" name="Ovale 85"/>
          <p:cNvSpPr/>
          <p:nvPr/>
        </p:nvSpPr>
        <p:spPr>
          <a:xfrm>
            <a:off x="2220389" y="1632384"/>
            <a:ext cx="1302611" cy="982897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 smtClean="0">
                <a:solidFill>
                  <a:schemeClr val="tx1"/>
                </a:solidFill>
                <a:latin typeface="Century Schoolbook" panose="02040604050505020304" pitchFamily="18" charset="0"/>
              </a:rPr>
              <a:t>Planner Util</a:t>
            </a:r>
            <a:endParaRPr lang="it-IT" sz="1400" dirty="0">
              <a:solidFill>
                <a:schemeClr val="tx1"/>
              </a:solidFill>
              <a:latin typeface="Century Schoolbook" panose="02040604050505020304" pitchFamily="18" charset="0"/>
            </a:endParaRPr>
          </a:p>
        </p:txBody>
      </p:sp>
      <p:cxnSp>
        <p:nvCxnSpPr>
          <p:cNvPr id="87" name="Connettore 2 86"/>
          <p:cNvCxnSpPr/>
          <p:nvPr/>
        </p:nvCxnSpPr>
        <p:spPr>
          <a:xfrm flipH="1" flipV="1">
            <a:off x="2873853" y="3629746"/>
            <a:ext cx="2157" cy="541872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Rettangolo arrotondato 87"/>
          <p:cNvSpPr/>
          <p:nvPr/>
        </p:nvSpPr>
        <p:spPr>
          <a:xfrm>
            <a:off x="2065457" y="3157761"/>
            <a:ext cx="1616791" cy="47158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 smtClean="0">
                <a:solidFill>
                  <a:schemeClr val="tx1"/>
                </a:solidFill>
                <a:latin typeface="Century Schoolbook" panose="02040604050505020304" pitchFamily="18" charset="0"/>
              </a:rPr>
              <a:t>Directional Planner</a:t>
            </a:r>
            <a:endParaRPr lang="it-IT" sz="1400" dirty="0">
              <a:solidFill>
                <a:schemeClr val="tx1"/>
              </a:solidFill>
              <a:latin typeface="Century Schoolbook" panose="02040604050505020304" pitchFamily="18" charset="0"/>
            </a:endParaRPr>
          </a:p>
        </p:txBody>
      </p:sp>
      <p:cxnSp>
        <p:nvCxnSpPr>
          <p:cNvPr id="89" name="Connettore 2 88"/>
          <p:cNvCxnSpPr/>
          <p:nvPr/>
        </p:nvCxnSpPr>
        <p:spPr>
          <a:xfrm flipH="1" flipV="1">
            <a:off x="2871695" y="2615484"/>
            <a:ext cx="2157" cy="541872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Connettore 2 94"/>
          <p:cNvCxnSpPr/>
          <p:nvPr/>
        </p:nvCxnSpPr>
        <p:spPr>
          <a:xfrm>
            <a:off x="3526239" y="4647909"/>
            <a:ext cx="844768" cy="0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Connettore 2 95"/>
          <p:cNvCxnSpPr/>
          <p:nvPr/>
        </p:nvCxnSpPr>
        <p:spPr>
          <a:xfrm flipH="1">
            <a:off x="3523000" y="4820428"/>
            <a:ext cx="844768" cy="1823"/>
          </a:xfrm>
          <a:prstGeom prst="straightConnector1">
            <a:avLst/>
          </a:prstGeom>
          <a:ln w="19050">
            <a:solidFill>
              <a:schemeClr val="tx1"/>
            </a:solidFill>
            <a:prstDash val="sys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Ovale 96"/>
          <p:cNvSpPr/>
          <p:nvPr/>
        </p:nvSpPr>
        <p:spPr>
          <a:xfrm>
            <a:off x="6841875" y="4242720"/>
            <a:ext cx="1302611" cy="982897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 smtClean="0">
                <a:solidFill>
                  <a:schemeClr val="tx1"/>
                </a:solidFill>
                <a:latin typeface="Century Schoolbook" panose="02040604050505020304" pitchFamily="18" charset="0"/>
              </a:rPr>
              <a:t>Basic Step Robot</a:t>
            </a:r>
            <a:endParaRPr lang="it-IT" sz="1400" dirty="0">
              <a:solidFill>
                <a:schemeClr val="tx1"/>
              </a:solidFill>
              <a:latin typeface="Century Schoolbook" panose="02040604050505020304" pitchFamily="18" charset="0"/>
            </a:endParaRPr>
          </a:p>
        </p:txBody>
      </p:sp>
      <p:sp>
        <p:nvSpPr>
          <p:cNvPr id="98" name="Triangolo isoscele 97"/>
          <p:cNvSpPr/>
          <p:nvPr/>
        </p:nvSpPr>
        <p:spPr>
          <a:xfrm rot="16200000">
            <a:off x="7342350" y="4121320"/>
            <a:ext cx="301659" cy="260051"/>
          </a:xfrm>
          <a:prstGeom prst="triangle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99" name="Rettangolo 98"/>
          <p:cNvSpPr/>
          <p:nvPr/>
        </p:nvSpPr>
        <p:spPr>
          <a:xfrm>
            <a:off x="6518384" y="4616938"/>
            <a:ext cx="501185" cy="23810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cxnSp>
        <p:nvCxnSpPr>
          <p:cNvPr id="100" name="Connettore 2 99"/>
          <p:cNvCxnSpPr/>
          <p:nvPr/>
        </p:nvCxnSpPr>
        <p:spPr>
          <a:xfrm>
            <a:off x="5673617" y="4647907"/>
            <a:ext cx="844768" cy="1823"/>
          </a:xfrm>
          <a:prstGeom prst="straightConnector1">
            <a:avLst/>
          </a:prstGeom>
          <a:ln w="19050">
            <a:solidFill>
              <a:schemeClr val="tx1"/>
            </a:solidFill>
            <a:prstDash val="sys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Ovale 100"/>
          <p:cNvSpPr/>
          <p:nvPr/>
        </p:nvSpPr>
        <p:spPr>
          <a:xfrm>
            <a:off x="8989252" y="4242720"/>
            <a:ext cx="1302611" cy="982897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 smtClean="0">
                <a:solidFill>
                  <a:schemeClr val="tx1"/>
                </a:solidFill>
                <a:latin typeface="Century Schoolbook" panose="02040604050505020304" pitchFamily="18" charset="0"/>
              </a:rPr>
              <a:t>WEnv</a:t>
            </a:r>
            <a:endParaRPr lang="it-IT" sz="1400" dirty="0">
              <a:solidFill>
                <a:schemeClr val="tx1"/>
              </a:solidFill>
              <a:latin typeface="Century Schoolbook" panose="02040604050505020304" pitchFamily="18" charset="0"/>
            </a:endParaRPr>
          </a:p>
        </p:txBody>
      </p:sp>
      <p:sp>
        <p:nvSpPr>
          <p:cNvPr id="102" name="Triangolo isoscele 101"/>
          <p:cNvSpPr/>
          <p:nvPr/>
        </p:nvSpPr>
        <p:spPr>
          <a:xfrm rot="16200000">
            <a:off x="9489727" y="4121320"/>
            <a:ext cx="301659" cy="260051"/>
          </a:xfrm>
          <a:prstGeom prst="triangle">
            <a:avLst/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cxnSp>
        <p:nvCxnSpPr>
          <p:cNvPr id="103" name="Connettore 2 102"/>
          <p:cNvCxnSpPr/>
          <p:nvPr/>
        </p:nvCxnSpPr>
        <p:spPr>
          <a:xfrm flipV="1">
            <a:off x="8144484" y="4634422"/>
            <a:ext cx="721852" cy="2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Triangolo isoscele 103"/>
          <p:cNvSpPr/>
          <p:nvPr/>
        </p:nvSpPr>
        <p:spPr>
          <a:xfrm rot="16200000" flipV="1">
            <a:off x="8856502" y="4572964"/>
            <a:ext cx="142583" cy="122916"/>
          </a:xfrm>
          <a:prstGeom prst="triangle">
            <a:avLst/>
          </a:prstGeom>
          <a:solidFill>
            <a:schemeClr val="bg1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cxnSp>
        <p:nvCxnSpPr>
          <p:cNvPr id="105" name="Connettore 2 104"/>
          <p:cNvCxnSpPr/>
          <p:nvPr/>
        </p:nvCxnSpPr>
        <p:spPr>
          <a:xfrm flipV="1">
            <a:off x="8267400" y="4833910"/>
            <a:ext cx="721852" cy="2"/>
          </a:xfrm>
          <a:prstGeom prst="straightConnector1">
            <a:avLst/>
          </a:prstGeom>
          <a:ln w="19050">
            <a:solidFill>
              <a:schemeClr val="tx1"/>
            </a:solidFill>
            <a:prstDash val="sys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" name="Triangolo isoscele 105"/>
          <p:cNvSpPr/>
          <p:nvPr/>
        </p:nvSpPr>
        <p:spPr>
          <a:xfrm rot="5400000" flipH="1" flipV="1">
            <a:off x="8167744" y="4772454"/>
            <a:ext cx="142583" cy="122916"/>
          </a:xfrm>
          <a:prstGeom prst="triangle">
            <a:avLst/>
          </a:prstGeom>
          <a:solidFill>
            <a:schemeClr val="bg1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cxnSp>
        <p:nvCxnSpPr>
          <p:cNvPr id="25" name="Connettore 2 24"/>
          <p:cNvCxnSpPr/>
          <p:nvPr/>
        </p:nvCxnSpPr>
        <p:spPr>
          <a:xfrm flipH="1">
            <a:off x="5673615" y="4818605"/>
            <a:ext cx="844768" cy="1823"/>
          </a:xfrm>
          <a:prstGeom prst="straightConnector1">
            <a:avLst/>
          </a:prstGeom>
          <a:ln w="19050">
            <a:solidFill>
              <a:schemeClr val="tx1"/>
            </a:solidFill>
            <a:prstDash val="sys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49924062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1137</TotalTime>
  <Words>316</Words>
  <Application>Microsoft Office PowerPoint</Application>
  <PresentationFormat>Widescreen</PresentationFormat>
  <Paragraphs>188</Paragraphs>
  <Slides>10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4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10</vt:i4>
      </vt:variant>
    </vt:vector>
  </HeadingPairs>
  <TitlesOfParts>
    <vt:vector size="15" baseType="lpstr">
      <vt:lpstr>Arial</vt:lpstr>
      <vt:lpstr>Calibri</vt:lpstr>
      <vt:lpstr>Calibri Light</vt:lpstr>
      <vt:lpstr>Century Schoolbook</vt:lpstr>
      <vt:lpstr>Tema di Office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Presentazione standard di PowerPoint</dc:title>
  <dc:creator>Giacomo</dc:creator>
  <cp:lastModifiedBy>Giacomo</cp:lastModifiedBy>
  <cp:revision>74</cp:revision>
  <dcterms:created xsi:type="dcterms:W3CDTF">2021-03-22T10:16:42Z</dcterms:created>
  <dcterms:modified xsi:type="dcterms:W3CDTF">2021-06-22T08:13:15Z</dcterms:modified>
</cp:coreProperties>
</file>