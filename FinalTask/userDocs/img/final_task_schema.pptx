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71" r:id="rId3"/>
    <p:sldId id="266" r:id="rId4"/>
    <p:sldId id="270" r:id="rId5"/>
    <p:sldId id="269" r:id="rId6"/>
    <p:sldId id="275" r:id="rId7"/>
    <p:sldId id="276" r:id="rId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907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3676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9908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1771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8405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70606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7919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1715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6060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039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029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4082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arrotondato 6"/>
          <p:cNvSpPr/>
          <p:nvPr/>
        </p:nvSpPr>
        <p:spPr>
          <a:xfrm>
            <a:off x="5048046" y="4640593"/>
            <a:ext cx="36539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Sensor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22" name="Rettangolo arrotondato 21"/>
          <p:cNvSpPr/>
          <p:nvPr/>
        </p:nvSpPr>
        <p:spPr>
          <a:xfrm>
            <a:off x="5048046" y="4160387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</a:p>
        </p:txBody>
      </p:sp>
      <p:sp>
        <p:nvSpPr>
          <p:cNvPr id="23" name="Rettangolo arrotondato 22"/>
          <p:cNvSpPr/>
          <p:nvPr/>
        </p:nvSpPr>
        <p:spPr>
          <a:xfrm>
            <a:off x="7085245" y="416337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</a:p>
        </p:txBody>
      </p:sp>
      <p:cxnSp>
        <p:nvCxnSpPr>
          <p:cNvPr id="26" name="Connettore 2 25"/>
          <p:cNvCxnSpPr/>
          <p:nvPr/>
        </p:nvCxnSpPr>
        <p:spPr>
          <a:xfrm flipH="1" flipV="1">
            <a:off x="5850993" y="3700018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/>
          <p:cNvCxnSpPr/>
          <p:nvPr/>
        </p:nvCxnSpPr>
        <p:spPr>
          <a:xfrm flipH="1" flipV="1">
            <a:off x="7888192" y="3700018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ttangolo arrotondato 52"/>
          <p:cNvSpPr/>
          <p:nvPr/>
        </p:nvSpPr>
        <p:spPr>
          <a:xfrm>
            <a:off x="3169947" y="3216867"/>
            <a:ext cx="34948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54" name="Rettangolo arrotondato 53"/>
          <p:cNvSpPr/>
          <p:nvPr/>
        </p:nvSpPr>
        <p:spPr>
          <a:xfrm>
            <a:off x="7097753" y="3211550"/>
            <a:ext cx="1924301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Weight Sensor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55" name="Rettangolo arrotondato 54"/>
          <p:cNvSpPr/>
          <p:nvPr/>
        </p:nvSpPr>
        <p:spPr>
          <a:xfrm>
            <a:off x="3169947" y="2736661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Sonar</a:t>
            </a:r>
          </a:p>
        </p:txBody>
      </p:sp>
      <p:sp>
        <p:nvSpPr>
          <p:cNvPr id="56" name="Rettangolo arrotondato 55"/>
          <p:cNvSpPr/>
          <p:nvPr/>
        </p:nvSpPr>
        <p:spPr>
          <a:xfrm>
            <a:off x="5089806" y="2736661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 Driver</a:t>
            </a:r>
          </a:p>
        </p:txBody>
      </p:sp>
      <p:sp>
        <p:nvSpPr>
          <p:cNvPr id="57" name="Rettangolo arrotondato 56"/>
          <p:cNvSpPr/>
          <p:nvPr/>
        </p:nvSpPr>
        <p:spPr>
          <a:xfrm>
            <a:off x="7097753" y="2731912"/>
            <a:ext cx="192430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Weight Sensor</a:t>
            </a:r>
          </a:p>
        </p:txBody>
      </p:sp>
      <p:sp>
        <p:nvSpPr>
          <p:cNvPr id="58" name="Rettangolo 57"/>
          <p:cNvSpPr/>
          <p:nvPr/>
        </p:nvSpPr>
        <p:spPr>
          <a:xfrm>
            <a:off x="5396638" y="2090643"/>
            <a:ext cx="892349" cy="4715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9" name="Ovale 58"/>
          <p:cNvSpPr/>
          <p:nvPr/>
        </p:nvSpPr>
        <p:spPr>
          <a:xfrm>
            <a:off x="5450835" y="2133671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0" name="Ovale 59"/>
          <p:cNvSpPr/>
          <p:nvPr/>
        </p:nvSpPr>
        <p:spPr>
          <a:xfrm>
            <a:off x="5875969" y="2133671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1" name="Rettangolo 60"/>
          <p:cNvSpPr/>
          <p:nvPr/>
        </p:nvSpPr>
        <p:spPr>
          <a:xfrm>
            <a:off x="3511287" y="1791504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62" name="Rettangolo 61"/>
          <p:cNvSpPr/>
          <p:nvPr/>
        </p:nvSpPr>
        <p:spPr>
          <a:xfrm>
            <a:off x="3511286" y="1791504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3" name="Rettangolo 62"/>
          <p:cNvSpPr/>
          <p:nvPr/>
        </p:nvSpPr>
        <p:spPr>
          <a:xfrm>
            <a:off x="4258578" y="1854661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4" name="Rettangolo 63"/>
          <p:cNvSpPr/>
          <p:nvPr/>
        </p:nvSpPr>
        <p:spPr>
          <a:xfrm>
            <a:off x="7668982" y="1782878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65" name="Rettangolo 64"/>
          <p:cNvSpPr/>
          <p:nvPr/>
        </p:nvSpPr>
        <p:spPr>
          <a:xfrm>
            <a:off x="7668981" y="1782878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6" name="Rettangolo 65"/>
          <p:cNvSpPr/>
          <p:nvPr/>
        </p:nvSpPr>
        <p:spPr>
          <a:xfrm>
            <a:off x="8416273" y="1846035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7" name="CasellaDiTesto 66"/>
          <p:cNvSpPr txBox="1"/>
          <p:nvPr/>
        </p:nvSpPr>
        <p:spPr>
          <a:xfrm>
            <a:off x="5212671" y="1745828"/>
            <a:ext cx="12602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latin typeface="Century Schoolbook" panose="02040604050505020304" pitchFamily="18" charset="0"/>
              </a:rPr>
              <a:t>Real device</a:t>
            </a:r>
          </a:p>
        </p:txBody>
      </p:sp>
    </p:spTree>
    <p:extLst>
      <p:ext uri="{BB962C8B-B14F-4D97-AF65-F5344CB8AC3E}">
        <p14:creationId xmlns:p14="http://schemas.microsoft.com/office/powerpoint/2010/main" val="921238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3737252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Thermometer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/>
          <p:cNvSpPr/>
          <p:nvPr/>
        </p:nvSpPr>
        <p:spPr>
          <a:xfrm rot="16200000">
            <a:off x="4450884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3301618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1" name="Connettore 2 10"/>
          <p:cNvCxnSpPr>
            <a:stCxn id="5" idx="5"/>
          </p:cNvCxnSpPr>
          <p:nvPr/>
        </p:nvCxnSpPr>
        <p:spPr>
          <a:xfrm flipH="1" flipV="1">
            <a:off x="4663797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ttangolo arrotondato 13"/>
          <p:cNvSpPr/>
          <p:nvPr/>
        </p:nvSpPr>
        <p:spPr>
          <a:xfrm>
            <a:off x="3737252" y="2881297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Thermometer</a:t>
            </a:r>
          </a:p>
        </p:txBody>
      </p:sp>
      <p:sp>
        <p:nvSpPr>
          <p:cNvPr id="17" name="Ovale 16"/>
          <p:cNvSpPr/>
          <p:nvPr/>
        </p:nvSpPr>
        <p:spPr>
          <a:xfrm>
            <a:off x="6769271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Fan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8" name="Triangolo isoscele 17"/>
          <p:cNvSpPr/>
          <p:nvPr/>
        </p:nvSpPr>
        <p:spPr>
          <a:xfrm rot="16200000">
            <a:off x="7482903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Rettangolo 18"/>
          <p:cNvSpPr/>
          <p:nvPr/>
        </p:nvSpPr>
        <p:spPr>
          <a:xfrm>
            <a:off x="6333637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1" name="Connettore 2 20"/>
          <p:cNvCxnSpPr>
            <a:stCxn id="18" idx="5"/>
            <a:endCxn id="20" idx="2"/>
          </p:cNvCxnSpPr>
          <p:nvPr/>
        </p:nvCxnSpPr>
        <p:spPr>
          <a:xfrm flipH="1" flipV="1">
            <a:off x="7695816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arrotondato 22"/>
          <p:cNvSpPr/>
          <p:nvPr/>
        </p:nvSpPr>
        <p:spPr>
          <a:xfrm>
            <a:off x="6769271" y="2881297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Fan</a:t>
            </a:r>
          </a:p>
        </p:txBody>
      </p:sp>
      <p:sp>
        <p:nvSpPr>
          <p:cNvPr id="24" name="Rettangolo 23"/>
          <p:cNvSpPr/>
          <p:nvPr/>
        </p:nvSpPr>
        <p:spPr>
          <a:xfrm>
            <a:off x="4217623" y="1934945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25" name="Rettangolo 24"/>
          <p:cNvSpPr/>
          <p:nvPr/>
        </p:nvSpPr>
        <p:spPr>
          <a:xfrm>
            <a:off x="4217622" y="1934945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6" name="Rettangolo 25"/>
          <p:cNvSpPr/>
          <p:nvPr/>
        </p:nvSpPr>
        <p:spPr>
          <a:xfrm>
            <a:off x="4964914" y="1998102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7" name="Rettangolo 26"/>
          <p:cNvSpPr/>
          <p:nvPr/>
        </p:nvSpPr>
        <p:spPr>
          <a:xfrm>
            <a:off x="7182234" y="1934945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28" name="Rettangolo 27"/>
          <p:cNvSpPr/>
          <p:nvPr/>
        </p:nvSpPr>
        <p:spPr>
          <a:xfrm>
            <a:off x="7182233" y="1934945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9" name="Rettangolo 28"/>
          <p:cNvSpPr/>
          <p:nvPr/>
        </p:nvSpPr>
        <p:spPr>
          <a:xfrm>
            <a:off x="7929525" y="1998102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7570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6680131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Weight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/>
          <p:cNvSpPr/>
          <p:nvPr/>
        </p:nvSpPr>
        <p:spPr>
          <a:xfrm rot="16200000">
            <a:off x="7180606" y="3315521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6356640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8" name="Connettore 2 7"/>
          <p:cNvCxnSpPr>
            <a:stCxn id="5" idx="5"/>
          </p:cNvCxnSpPr>
          <p:nvPr/>
        </p:nvCxnSpPr>
        <p:spPr>
          <a:xfrm flipH="1" flipV="1">
            <a:off x="7325988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tangolo arrotondato 9"/>
          <p:cNvSpPr/>
          <p:nvPr/>
        </p:nvSpPr>
        <p:spPr>
          <a:xfrm>
            <a:off x="6517592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</a:p>
        </p:txBody>
      </p:sp>
      <p:sp>
        <p:nvSpPr>
          <p:cNvPr id="11" name="Ovale 10"/>
          <p:cNvSpPr/>
          <p:nvPr/>
        </p:nvSpPr>
        <p:spPr>
          <a:xfrm>
            <a:off x="4381109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2" name="Triangolo isoscele 11"/>
          <p:cNvSpPr/>
          <p:nvPr/>
        </p:nvSpPr>
        <p:spPr>
          <a:xfrm rot="16200000">
            <a:off x="4881584" y="3315521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/>
          <p:cNvSpPr/>
          <p:nvPr/>
        </p:nvSpPr>
        <p:spPr>
          <a:xfrm>
            <a:off x="4057618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5" name="Connettore 2 14"/>
          <p:cNvCxnSpPr>
            <a:stCxn id="12" idx="5"/>
          </p:cNvCxnSpPr>
          <p:nvPr/>
        </p:nvCxnSpPr>
        <p:spPr>
          <a:xfrm flipH="1" flipV="1">
            <a:off x="5026966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ttangolo arrotondato 15"/>
          <p:cNvSpPr/>
          <p:nvPr/>
        </p:nvSpPr>
        <p:spPr>
          <a:xfrm>
            <a:off x="4218570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</a:p>
        </p:txBody>
      </p:sp>
    </p:spTree>
    <p:extLst>
      <p:ext uri="{BB962C8B-B14F-4D97-AF65-F5344CB8AC3E}">
        <p14:creationId xmlns:p14="http://schemas.microsoft.com/office/powerpoint/2010/main" val="721290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Ovale 80"/>
          <p:cNvSpPr/>
          <p:nvPr/>
        </p:nvSpPr>
        <p:spPr>
          <a:xfrm>
            <a:off x="2223628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Business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Logic</a:t>
            </a:r>
          </a:p>
        </p:txBody>
      </p:sp>
      <p:sp>
        <p:nvSpPr>
          <p:cNvPr id="82" name="Triangolo isoscele 81"/>
          <p:cNvSpPr/>
          <p:nvPr/>
        </p:nvSpPr>
        <p:spPr>
          <a:xfrm rot="16200000">
            <a:off x="2724103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3" name="Rettangolo 82"/>
          <p:cNvSpPr/>
          <p:nvPr/>
        </p:nvSpPr>
        <p:spPr>
          <a:xfrm>
            <a:off x="1900137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4" name="Ovale 83"/>
          <p:cNvSpPr/>
          <p:nvPr/>
        </p:nvSpPr>
        <p:spPr>
          <a:xfrm>
            <a:off x="4371007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Robot Proxy</a:t>
            </a:r>
          </a:p>
        </p:txBody>
      </p:sp>
      <p:sp>
        <p:nvSpPr>
          <p:cNvPr id="85" name="Triangolo isoscele 84"/>
          <p:cNvSpPr/>
          <p:nvPr/>
        </p:nvSpPr>
        <p:spPr>
          <a:xfrm rot="16200000">
            <a:off x="4871482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6" name="Ovale 85"/>
          <p:cNvSpPr/>
          <p:nvPr/>
        </p:nvSpPr>
        <p:spPr>
          <a:xfrm>
            <a:off x="2220389" y="1632384"/>
            <a:ext cx="1302611" cy="982897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Planner Util</a:t>
            </a:r>
          </a:p>
        </p:txBody>
      </p:sp>
      <p:cxnSp>
        <p:nvCxnSpPr>
          <p:cNvPr id="87" name="Connettore 2 86"/>
          <p:cNvCxnSpPr/>
          <p:nvPr/>
        </p:nvCxnSpPr>
        <p:spPr>
          <a:xfrm flipH="1" flipV="1">
            <a:off x="2873853" y="3629746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ttangolo arrotondato 87"/>
          <p:cNvSpPr/>
          <p:nvPr/>
        </p:nvSpPr>
        <p:spPr>
          <a:xfrm>
            <a:off x="2065457" y="315776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Directional Planner</a:t>
            </a:r>
          </a:p>
        </p:txBody>
      </p:sp>
      <p:cxnSp>
        <p:nvCxnSpPr>
          <p:cNvPr id="89" name="Connettore 2 88"/>
          <p:cNvCxnSpPr/>
          <p:nvPr/>
        </p:nvCxnSpPr>
        <p:spPr>
          <a:xfrm flipH="1" flipV="1">
            <a:off x="2871695" y="2615484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ttore 2 94"/>
          <p:cNvCxnSpPr/>
          <p:nvPr/>
        </p:nvCxnSpPr>
        <p:spPr>
          <a:xfrm>
            <a:off x="3526239" y="4647909"/>
            <a:ext cx="84476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ttore 2 95"/>
          <p:cNvCxnSpPr/>
          <p:nvPr/>
        </p:nvCxnSpPr>
        <p:spPr>
          <a:xfrm flipH="1">
            <a:off x="3523000" y="4820428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e 96"/>
          <p:cNvSpPr/>
          <p:nvPr/>
        </p:nvSpPr>
        <p:spPr>
          <a:xfrm>
            <a:off x="6841875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Basic Step Robot</a:t>
            </a:r>
          </a:p>
        </p:txBody>
      </p:sp>
      <p:sp>
        <p:nvSpPr>
          <p:cNvPr id="98" name="Triangolo isoscele 97"/>
          <p:cNvSpPr/>
          <p:nvPr/>
        </p:nvSpPr>
        <p:spPr>
          <a:xfrm rot="16200000">
            <a:off x="7342350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9" name="Rettangolo 98"/>
          <p:cNvSpPr/>
          <p:nvPr/>
        </p:nvSpPr>
        <p:spPr>
          <a:xfrm>
            <a:off x="6518384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0" name="Connettore 2 99"/>
          <p:cNvCxnSpPr/>
          <p:nvPr/>
        </p:nvCxnSpPr>
        <p:spPr>
          <a:xfrm>
            <a:off x="5673617" y="4647907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Ovale 100"/>
          <p:cNvSpPr/>
          <p:nvPr/>
        </p:nvSpPr>
        <p:spPr>
          <a:xfrm>
            <a:off x="8989252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WEnv</a:t>
            </a:r>
          </a:p>
        </p:txBody>
      </p:sp>
      <p:sp>
        <p:nvSpPr>
          <p:cNvPr id="102" name="Triangolo isoscele 101"/>
          <p:cNvSpPr/>
          <p:nvPr/>
        </p:nvSpPr>
        <p:spPr>
          <a:xfrm rot="16200000">
            <a:off x="9489727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3" name="Connettore 2 102"/>
          <p:cNvCxnSpPr/>
          <p:nvPr/>
        </p:nvCxnSpPr>
        <p:spPr>
          <a:xfrm flipV="1">
            <a:off x="8144484" y="4634422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riangolo isoscele 103"/>
          <p:cNvSpPr/>
          <p:nvPr/>
        </p:nvSpPr>
        <p:spPr>
          <a:xfrm rot="16200000" flipV="1">
            <a:off x="8856502" y="457296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5" name="Connettore 2 104"/>
          <p:cNvCxnSpPr/>
          <p:nvPr/>
        </p:nvCxnSpPr>
        <p:spPr>
          <a:xfrm flipV="1">
            <a:off x="8267400" y="4833910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riangolo isoscele 105"/>
          <p:cNvSpPr/>
          <p:nvPr/>
        </p:nvSpPr>
        <p:spPr>
          <a:xfrm rot="5400000" flipH="1" flipV="1">
            <a:off x="8167744" y="477245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5" name="Connettore 2 24"/>
          <p:cNvCxnSpPr/>
          <p:nvPr/>
        </p:nvCxnSpPr>
        <p:spPr>
          <a:xfrm flipH="1">
            <a:off x="5673615" y="4818605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asellaDiTesto 23"/>
          <p:cNvSpPr txBox="1"/>
          <p:nvPr/>
        </p:nvSpPr>
        <p:spPr>
          <a:xfrm>
            <a:off x="3442320" y="3966027"/>
            <a:ext cx="1202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move forward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rotate left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rotate right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26" name="CasellaDiTesto 25"/>
          <p:cNvSpPr txBox="1"/>
          <p:nvPr/>
        </p:nvSpPr>
        <p:spPr>
          <a:xfrm>
            <a:off x="5813150" y="3966026"/>
            <a:ext cx="6046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aril w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aril l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aril r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27" name="CasellaDiTesto 26"/>
          <p:cNvSpPr txBox="1"/>
          <p:nvPr/>
        </p:nvSpPr>
        <p:spPr>
          <a:xfrm>
            <a:off x="7690842" y="3856017"/>
            <a:ext cx="19688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"robotmove": "&lt;MOVE&gt;"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"time": "&lt;T&gt;"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28" name="CasellaDiTesto 27"/>
          <p:cNvSpPr txBox="1"/>
          <p:nvPr/>
        </p:nvSpPr>
        <p:spPr>
          <a:xfrm>
            <a:off x="7568902" y="3851235"/>
            <a:ext cx="2568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{</a:t>
            </a:r>
            <a:endParaRPr lang="it-IT" sz="20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29" name="CasellaDiTesto 28"/>
          <p:cNvSpPr txBox="1"/>
          <p:nvPr/>
        </p:nvSpPr>
        <p:spPr>
          <a:xfrm>
            <a:off x="9479276" y="3833209"/>
            <a:ext cx="2568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}</a:t>
            </a:r>
            <a:endParaRPr lang="it-IT" sz="20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924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Connettore 4 55"/>
          <p:cNvCxnSpPr/>
          <p:nvPr/>
        </p:nvCxnSpPr>
        <p:spPr>
          <a:xfrm rot="10800000">
            <a:off x="6367683" y="2206509"/>
            <a:ext cx="1810597" cy="224413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ttore 4 132"/>
          <p:cNvCxnSpPr/>
          <p:nvPr/>
        </p:nvCxnSpPr>
        <p:spPr>
          <a:xfrm flipV="1">
            <a:off x="3735784" y="2206508"/>
            <a:ext cx="1810599" cy="749213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tangolo arrotondato 3"/>
          <p:cNvSpPr/>
          <p:nvPr/>
        </p:nvSpPr>
        <p:spPr>
          <a:xfrm>
            <a:off x="2498048" y="1775042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acceptIN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notice</a:t>
            </a:r>
          </a:p>
        </p:txBody>
      </p:sp>
      <p:sp>
        <p:nvSpPr>
          <p:cNvPr id="5" name="Rettangolo arrotondato 4"/>
          <p:cNvSpPr/>
          <p:nvPr/>
        </p:nvSpPr>
        <p:spPr>
          <a:xfrm>
            <a:off x="2498046" y="273550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informIN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SLOTNUM</a:t>
            </a:r>
          </a:p>
        </p:txBody>
      </p:sp>
      <p:sp>
        <p:nvSpPr>
          <p:cNvPr id="15" name="Rettangolo arrotondato 14"/>
          <p:cNvSpPr/>
          <p:nvPr/>
        </p:nvSpPr>
        <p:spPr>
          <a:xfrm>
            <a:off x="2498048" y="348296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INDOOR</a:t>
            </a:r>
          </a:p>
        </p:txBody>
      </p:sp>
      <p:sp>
        <p:nvSpPr>
          <p:cNvPr id="16" name="Rettangolo arrotondato 15"/>
          <p:cNvSpPr/>
          <p:nvPr/>
        </p:nvSpPr>
        <p:spPr>
          <a:xfrm>
            <a:off x="2498048" y="423175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receipt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TOKENID</a:t>
            </a:r>
          </a:p>
        </p:txBody>
      </p:sp>
      <p:sp>
        <p:nvSpPr>
          <p:cNvPr id="17" name="Rettangolo arrotondato 16"/>
          <p:cNvSpPr/>
          <p:nvPr/>
        </p:nvSpPr>
        <p:spPr>
          <a:xfrm>
            <a:off x="2498048" y="4977891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moveToSlotIn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</a:p>
        </p:txBody>
      </p:sp>
      <p:sp>
        <p:nvSpPr>
          <p:cNvPr id="19" name="Rettangolo arrotondato 18"/>
          <p:cNvSpPr/>
          <p:nvPr/>
        </p:nvSpPr>
        <p:spPr>
          <a:xfrm>
            <a:off x="7771865" y="1775042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acceptOUT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notice</a:t>
            </a:r>
          </a:p>
        </p:txBody>
      </p:sp>
      <p:sp>
        <p:nvSpPr>
          <p:cNvPr id="21" name="Rettangolo arrotondato 20"/>
          <p:cNvSpPr/>
          <p:nvPr/>
        </p:nvSpPr>
        <p:spPr>
          <a:xfrm>
            <a:off x="5134955" y="176607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moveToHome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 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HOME</a:t>
            </a:r>
          </a:p>
        </p:txBody>
      </p:sp>
      <p:sp>
        <p:nvSpPr>
          <p:cNvPr id="22" name="Rettangolo arrotondato 21"/>
          <p:cNvSpPr/>
          <p:nvPr/>
        </p:nvSpPr>
        <p:spPr>
          <a:xfrm>
            <a:off x="7771864" y="273550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findSlot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CARSLOTNUM</a:t>
            </a:r>
          </a:p>
        </p:txBody>
      </p:sp>
      <p:sp>
        <p:nvSpPr>
          <p:cNvPr id="23" name="Rettangolo arrotondato 22"/>
          <p:cNvSpPr/>
          <p:nvPr/>
        </p:nvSpPr>
        <p:spPr>
          <a:xfrm>
            <a:off x="7771864" y="3484293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moveToSlotOut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</a:p>
        </p:txBody>
      </p:sp>
      <p:sp>
        <p:nvSpPr>
          <p:cNvPr id="25" name="Rettangolo arrotondato 24"/>
          <p:cNvSpPr/>
          <p:nvPr/>
        </p:nvSpPr>
        <p:spPr>
          <a:xfrm>
            <a:off x="7771863" y="4230429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OUTDOOR</a:t>
            </a:r>
          </a:p>
        </p:txBody>
      </p:sp>
      <p:cxnSp>
        <p:nvCxnSpPr>
          <p:cNvPr id="115" name="Connettore 4 114"/>
          <p:cNvCxnSpPr>
            <a:stCxn id="17" idx="3"/>
            <a:endCxn id="21" idx="2"/>
          </p:cNvCxnSpPr>
          <p:nvPr/>
        </p:nvCxnSpPr>
        <p:spPr>
          <a:xfrm flipV="1">
            <a:off x="4150669" y="2206508"/>
            <a:ext cx="1810597" cy="29915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ttore 2 136"/>
          <p:cNvCxnSpPr>
            <a:stCxn id="19" idx="2"/>
            <a:endCxn id="22" idx="0"/>
          </p:cNvCxnSpPr>
          <p:nvPr/>
        </p:nvCxnSpPr>
        <p:spPr>
          <a:xfrm flipH="1">
            <a:off x="8598175" y="2215473"/>
            <a:ext cx="1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ttore 2 139"/>
          <p:cNvCxnSpPr>
            <a:stCxn id="22" idx="2"/>
            <a:endCxn id="23" idx="0"/>
          </p:cNvCxnSpPr>
          <p:nvPr/>
        </p:nvCxnSpPr>
        <p:spPr>
          <a:xfrm>
            <a:off x="8598175" y="3175936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ttore 2 142"/>
          <p:cNvCxnSpPr>
            <a:stCxn id="23" idx="2"/>
            <a:endCxn id="25" idx="0"/>
          </p:cNvCxnSpPr>
          <p:nvPr/>
        </p:nvCxnSpPr>
        <p:spPr>
          <a:xfrm flipH="1">
            <a:off x="8598174" y="3924724"/>
            <a:ext cx="1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ttore 2 145"/>
          <p:cNvCxnSpPr>
            <a:stCxn id="4" idx="2"/>
            <a:endCxn id="5" idx="0"/>
          </p:cNvCxnSpPr>
          <p:nvPr/>
        </p:nvCxnSpPr>
        <p:spPr>
          <a:xfrm flipH="1">
            <a:off x="3324357" y="2215473"/>
            <a:ext cx="2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ttore 2 148"/>
          <p:cNvCxnSpPr>
            <a:stCxn id="5" idx="2"/>
            <a:endCxn id="15" idx="0"/>
          </p:cNvCxnSpPr>
          <p:nvPr/>
        </p:nvCxnSpPr>
        <p:spPr>
          <a:xfrm>
            <a:off x="3324357" y="3175936"/>
            <a:ext cx="2" cy="3070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onnettore 2 151"/>
          <p:cNvCxnSpPr>
            <a:stCxn id="15" idx="2"/>
            <a:endCxn id="16" idx="0"/>
          </p:cNvCxnSpPr>
          <p:nvPr/>
        </p:nvCxnSpPr>
        <p:spPr>
          <a:xfrm>
            <a:off x="3324359" y="3923398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ttore 2 154"/>
          <p:cNvCxnSpPr>
            <a:stCxn id="16" idx="2"/>
            <a:endCxn id="17" idx="0"/>
          </p:cNvCxnSpPr>
          <p:nvPr/>
        </p:nvCxnSpPr>
        <p:spPr>
          <a:xfrm>
            <a:off x="3324359" y="4672186"/>
            <a:ext cx="0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/>
          <p:cNvSpPr txBox="1"/>
          <p:nvPr/>
        </p:nvSpPr>
        <p:spPr>
          <a:xfrm>
            <a:off x="1975911" y="3167783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SLOTNUM&gt;0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1" name="CasellaDiTesto 30"/>
          <p:cNvSpPr txBox="1"/>
          <p:nvPr/>
        </p:nvSpPr>
        <p:spPr>
          <a:xfrm>
            <a:off x="4148563" y="2646939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SLOTNUM=0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9" name="CasellaDiTesto 38"/>
          <p:cNvSpPr txBox="1"/>
          <p:nvPr/>
        </p:nvSpPr>
        <p:spPr>
          <a:xfrm>
            <a:off x="1552667" y="2216461"/>
            <a:ext cx="17491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 available</a:t>
            </a:r>
          </a:p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INDOOR-area free</a:t>
            </a:r>
          </a:p>
        </p:txBody>
      </p:sp>
      <p:sp>
        <p:nvSpPr>
          <p:cNvPr id="40" name="CasellaDiTesto 39"/>
          <p:cNvSpPr txBox="1"/>
          <p:nvPr/>
        </p:nvSpPr>
        <p:spPr>
          <a:xfrm>
            <a:off x="6162958" y="1444730"/>
            <a:ext cx="23455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exit request w/ TOKENID</a:t>
            </a:r>
          </a:p>
        </p:txBody>
      </p:sp>
      <p:sp>
        <p:nvSpPr>
          <p:cNvPr id="84" name="CasellaDiTesto 83"/>
          <p:cNvSpPr txBox="1"/>
          <p:nvPr/>
        </p:nvSpPr>
        <p:spPr>
          <a:xfrm>
            <a:off x="2231240" y="3930805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6" name="CasellaDiTesto 85"/>
          <p:cNvSpPr txBox="1"/>
          <p:nvPr/>
        </p:nvSpPr>
        <p:spPr>
          <a:xfrm>
            <a:off x="2231240" y="4665359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7" name="CasellaDiTesto 86"/>
          <p:cNvSpPr txBox="1"/>
          <p:nvPr/>
        </p:nvSpPr>
        <p:spPr>
          <a:xfrm>
            <a:off x="4167608" y="4890329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8" name="CasellaDiTesto 87"/>
          <p:cNvSpPr txBox="1"/>
          <p:nvPr/>
        </p:nvSpPr>
        <p:spPr>
          <a:xfrm>
            <a:off x="8618562" y="3180429"/>
            <a:ext cx="268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ε</a:t>
            </a:r>
            <a:endParaRPr lang="it-IT" sz="1400" dirty="0">
              <a:solidFill>
                <a:schemeClr val="accent1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5" name="CasellaDiTesto 94"/>
          <p:cNvSpPr txBox="1"/>
          <p:nvPr/>
        </p:nvSpPr>
        <p:spPr>
          <a:xfrm>
            <a:off x="8618562" y="3930804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6" name="CasellaDiTesto 95"/>
          <p:cNvSpPr txBox="1"/>
          <p:nvPr/>
        </p:nvSpPr>
        <p:spPr>
          <a:xfrm>
            <a:off x="6696974" y="4146183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4" name="CasellaDiTesto 53"/>
          <p:cNvSpPr txBox="1"/>
          <p:nvPr/>
        </p:nvSpPr>
        <p:spPr>
          <a:xfrm>
            <a:off x="3989620" y="1439678"/>
            <a:ext cx="12955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enter request</a:t>
            </a:r>
          </a:p>
        </p:txBody>
      </p:sp>
      <p:sp>
        <p:nvSpPr>
          <p:cNvPr id="55" name="CasellaDiTesto 54"/>
          <p:cNvSpPr txBox="1"/>
          <p:nvPr/>
        </p:nvSpPr>
        <p:spPr>
          <a:xfrm>
            <a:off x="8618562" y="2324545"/>
            <a:ext cx="19351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OUTDOOR-area free</a:t>
            </a:r>
          </a:p>
        </p:txBody>
      </p:sp>
      <p:cxnSp>
        <p:nvCxnSpPr>
          <p:cNvPr id="68" name="Connettore 2 67"/>
          <p:cNvCxnSpPr/>
          <p:nvPr/>
        </p:nvCxnSpPr>
        <p:spPr>
          <a:xfrm flipH="1">
            <a:off x="4150669" y="1859288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ttore 2 71"/>
          <p:cNvCxnSpPr/>
          <p:nvPr/>
        </p:nvCxnSpPr>
        <p:spPr>
          <a:xfrm flipV="1">
            <a:off x="4150669" y="2113298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asellaDiTesto 75"/>
          <p:cNvSpPr txBox="1"/>
          <p:nvPr/>
        </p:nvSpPr>
        <p:spPr>
          <a:xfrm>
            <a:off x="4133730" y="2094686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  <p:cxnSp>
        <p:nvCxnSpPr>
          <p:cNvPr id="77" name="Connettore 2 76"/>
          <p:cNvCxnSpPr/>
          <p:nvPr/>
        </p:nvCxnSpPr>
        <p:spPr>
          <a:xfrm flipH="1" flipV="1">
            <a:off x="6787576" y="2113298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ttore 2 80"/>
          <p:cNvCxnSpPr/>
          <p:nvPr/>
        </p:nvCxnSpPr>
        <p:spPr>
          <a:xfrm>
            <a:off x="6787576" y="1859288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asellaDiTesto 84"/>
          <p:cNvSpPr txBox="1"/>
          <p:nvPr/>
        </p:nvSpPr>
        <p:spPr>
          <a:xfrm>
            <a:off x="7266040" y="2111831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</p:spTree>
    <p:extLst>
      <p:ext uri="{BB962C8B-B14F-4D97-AF65-F5344CB8AC3E}">
        <p14:creationId xmlns:p14="http://schemas.microsoft.com/office/powerpoint/2010/main" val="224713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o 2"/>
          <p:cNvGrpSpPr/>
          <p:nvPr/>
        </p:nvGrpSpPr>
        <p:grpSpPr>
          <a:xfrm>
            <a:off x="2194758" y="3153195"/>
            <a:ext cx="1926426" cy="1214172"/>
            <a:chOff x="402476" y="3280190"/>
            <a:chExt cx="1926426" cy="1214172"/>
          </a:xfrm>
        </p:grpSpPr>
        <p:sp>
          <p:nvSpPr>
            <p:cNvPr id="17" name="Ovale 16"/>
            <p:cNvSpPr/>
            <p:nvPr/>
          </p:nvSpPr>
          <p:spPr>
            <a:xfrm>
              <a:off x="667957" y="3428429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Sonar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18" name="Triangolo isoscele 17"/>
            <p:cNvSpPr/>
            <p:nvPr/>
          </p:nvSpPr>
          <p:spPr>
            <a:xfrm rot="16200000">
              <a:off x="1350190" y="3300636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9" name="Rettangolo 18"/>
            <p:cNvSpPr/>
            <p:nvPr/>
          </p:nvSpPr>
          <p:spPr>
            <a:xfrm>
              <a:off x="402476" y="3835268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7" name="Gruppo 6"/>
          <p:cNvGrpSpPr/>
          <p:nvPr/>
        </p:nvGrpSpPr>
        <p:grpSpPr>
          <a:xfrm>
            <a:off x="2145379" y="1882219"/>
            <a:ext cx="1926426" cy="1214172"/>
            <a:chOff x="402476" y="309828"/>
            <a:chExt cx="1926426" cy="1214172"/>
          </a:xfrm>
        </p:grpSpPr>
        <p:sp>
          <p:nvSpPr>
            <p:cNvPr id="24" name="Ovale 23"/>
            <p:cNvSpPr/>
            <p:nvPr/>
          </p:nvSpPr>
          <p:spPr>
            <a:xfrm>
              <a:off x="667957" y="45806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Weight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25" name="Triangolo isoscele 24"/>
            <p:cNvSpPr/>
            <p:nvPr/>
          </p:nvSpPr>
          <p:spPr>
            <a:xfrm rot="16200000">
              <a:off x="1350190" y="33027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6" name="Rettangolo 25"/>
            <p:cNvSpPr/>
            <p:nvPr/>
          </p:nvSpPr>
          <p:spPr>
            <a:xfrm>
              <a:off x="402476" y="86490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33" name="Gruppo 32"/>
          <p:cNvGrpSpPr/>
          <p:nvPr/>
        </p:nvGrpSpPr>
        <p:grpSpPr>
          <a:xfrm>
            <a:off x="5432188" y="2443639"/>
            <a:ext cx="1926426" cy="1214172"/>
            <a:chOff x="402476" y="5184618"/>
            <a:chExt cx="1926426" cy="1214172"/>
          </a:xfrm>
        </p:grpSpPr>
        <p:sp>
          <p:nvSpPr>
            <p:cNvPr id="34" name="Ovale 33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Park Manager Service</a:t>
              </a:r>
            </a:p>
            <a:p>
              <a:pPr algn="ctr"/>
              <a:r>
                <a:rPr lang="it-IT" sz="1100" i="1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(business logic)</a:t>
              </a:r>
              <a:endPara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35" name="Triangolo isoscele 34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6" name="Rettangolo 35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37" name="Gruppo 36"/>
          <p:cNvGrpSpPr/>
          <p:nvPr/>
        </p:nvGrpSpPr>
        <p:grpSpPr>
          <a:xfrm>
            <a:off x="5416991" y="4608344"/>
            <a:ext cx="1926426" cy="1214172"/>
            <a:chOff x="402476" y="5184618"/>
            <a:chExt cx="1926426" cy="1214172"/>
          </a:xfrm>
        </p:grpSpPr>
        <p:sp>
          <p:nvSpPr>
            <p:cNvPr id="38" name="Ovale 37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Park Service Status GUI Actor</a:t>
              </a:r>
              <a:endPara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39" name="Triangolo isoscele 38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0" name="Rettangolo 39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41" name="Gruppo 40"/>
          <p:cNvGrpSpPr/>
          <p:nvPr/>
        </p:nvGrpSpPr>
        <p:grpSpPr>
          <a:xfrm>
            <a:off x="5432188" y="465287"/>
            <a:ext cx="1926426" cy="1214172"/>
            <a:chOff x="402476" y="5184618"/>
            <a:chExt cx="1926426" cy="1214172"/>
          </a:xfrm>
        </p:grpSpPr>
        <p:sp>
          <p:nvSpPr>
            <p:cNvPr id="42" name="Ovale 41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Park Service GUI Actor</a:t>
              </a:r>
              <a:endPara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43" name="Triangolo isoscele 42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4" name="Rettangolo 43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45" name="Gruppo 44"/>
          <p:cNvGrpSpPr/>
          <p:nvPr/>
        </p:nvGrpSpPr>
        <p:grpSpPr>
          <a:xfrm>
            <a:off x="8474535" y="4670588"/>
            <a:ext cx="1926426" cy="1214172"/>
            <a:chOff x="402476" y="5184618"/>
            <a:chExt cx="1926426" cy="1214172"/>
          </a:xfrm>
        </p:grpSpPr>
        <p:sp>
          <p:nvSpPr>
            <p:cNvPr id="46" name="Ovale 45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Fan</a:t>
              </a: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47" name="Triangolo isoscele 46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8" name="Rettangolo 47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58" name="Figura a mano libera 57"/>
          <p:cNvSpPr/>
          <p:nvPr/>
        </p:nvSpPr>
        <p:spPr>
          <a:xfrm>
            <a:off x="4256696" y="2272710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9" name="Figura a mano libera 58"/>
          <p:cNvSpPr/>
          <p:nvPr/>
        </p:nvSpPr>
        <p:spPr>
          <a:xfrm>
            <a:off x="4219011" y="4978941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61" name="Connettore 2 60"/>
          <p:cNvCxnSpPr/>
          <p:nvPr/>
        </p:nvCxnSpPr>
        <p:spPr>
          <a:xfrm>
            <a:off x="7450157" y="5351793"/>
            <a:ext cx="945711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uppo 72"/>
          <p:cNvGrpSpPr/>
          <p:nvPr/>
        </p:nvGrpSpPr>
        <p:grpSpPr>
          <a:xfrm>
            <a:off x="8496420" y="2517758"/>
            <a:ext cx="1660945" cy="1214172"/>
            <a:chOff x="9616460" y="2966720"/>
            <a:chExt cx="1660945" cy="1214172"/>
          </a:xfrm>
        </p:grpSpPr>
        <p:sp>
          <p:nvSpPr>
            <p:cNvPr id="69" name="Ovale 68"/>
            <p:cNvSpPr/>
            <p:nvPr/>
          </p:nvSpPr>
          <p:spPr>
            <a:xfrm>
              <a:off x="9616460" y="3114959"/>
              <a:ext cx="1660945" cy="1065933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Virtual Environment</a:t>
              </a:r>
            </a:p>
          </p:txBody>
        </p:sp>
        <p:sp>
          <p:nvSpPr>
            <p:cNvPr id="70" name="Triangolo isoscele 69"/>
            <p:cNvSpPr/>
            <p:nvPr/>
          </p:nvSpPr>
          <p:spPr>
            <a:xfrm rot="16200000">
              <a:off x="10298693" y="2987166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74" name="Figura a mano libera 73"/>
          <p:cNvSpPr/>
          <p:nvPr/>
        </p:nvSpPr>
        <p:spPr>
          <a:xfrm>
            <a:off x="4360008" y="3209620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75" name="Gruppo 74"/>
          <p:cNvGrpSpPr/>
          <p:nvPr/>
        </p:nvGrpSpPr>
        <p:grpSpPr>
          <a:xfrm>
            <a:off x="7505133" y="2953807"/>
            <a:ext cx="844768" cy="342073"/>
            <a:chOff x="8144484" y="4563130"/>
            <a:chExt cx="844768" cy="342073"/>
          </a:xfrm>
        </p:grpSpPr>
        <p:cxnSp>
          <p:nvCxnSpPr>
            <p:cNvPr id="76" name="Connettore 2 75"/>
            <p:cNvCxnSpPr/>
            <p:nvPr/>
          </p:nvCxnSpPr>
          <p:spPr>
            <a:xfrm flipV="1">
              <a:off x="8144484" y="4634422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riangolo isoscele 76"/>
            <p:cNvSpPr/>
            <p:nvPr/>
          </p:nvSpPr>
          <p:spPr>
            <a:xfrm rot="16200000" flipV="1">
              <a:off x="8856502" y="457296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78" name="Connettore 2 77"/>
            <p:cNvCxnSpPr/>
            <p:nvPr/>
          </p:nvCxnSpPr>
          <p:spPr>
            <a:xfrm flipV="1">
              <a:off x="8267400" y="4833910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riangolo isoscele 78"/>
            <p:cNvSpPr/>
            <p:nvPr/>
          </p:nvSpPr>
          <p:spPr>
            <a:xfrm rot="5400000" flipH="1" flipV="1">
              <a:off x="8167744" y="477245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83" name="Gruppo 82"/>
          <p:cNvGrpSpPr/>
          <p:nvPr/>
        </p:nvGrpSpPr>
        <p:grpSpPr>
          <a:xfrm>
            <a:off x="2145379" y="4672275"/>
            <a:ext cx="1926426" cy="1214172"/>
            <a:chOff x="402476" y="5184618"/>
            <a:chExt cx="1926426" cy="1214172"/>
          </a:xfrm>
        </p:grpSpPr>
        <p:sp>
          <p:nvSpPr>
            <p:cNvPr id="84" name="Ovale 83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Thermometer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85" name="Triangolo isoscele 84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86" name="Rettangolo 85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cxnSp>
        <p:nvCxnSpPr>
          <p:cNvPr id="87" name="Connettore 2 86"/>
          <p:cNvCxnSpPr/>
          <p:nvPr/>
        </p:nvCxnSpPr>
        <p:spPr>
          <a:xfrm flipV="1">
            <a:off x="7204076" y="3491065"/>
            <a:ext cx="7389" cy="1327761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CasellaDiTesto 94"/>
          <p:cNvSpPr txBox="1"/>
          <p:nvPr/>
        </p:nvSpPr>
        <p:spPr>
          <a:xfrm>
            <a:off x="7450157" y="5415676"/>
            <a:ext cx="827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start fan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stop fan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96" name="CasellaDiTesto 95"/>
          <p:cNvSpPr txBox="1"/>
          <p:nvPr/>
        </p:nvSpPr>
        <p:spPr>
          <a:xfrm>
            <a:off x="7281805" y="2591877"/>
            <a:ext cx="13131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move to: &lt;X,Y&gt;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97" name="CasellaDiTesto 96"/>
          <p:cNvSpPr txBox="1"/>
          <p:nvPr/>
        </p:nvSpPr>
        <p:spPr>
          <a:xfrm>
            <a:off x="3809772" y="1819103"/>
            <a:ext cx="17636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INDOOR-area free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INDOOR-area occup</a:t>
            </a:r>
            <a:r>
              <a:rPr lang="it-IT" sz="1200" dirty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.</a:t>
            </a:r>
          </a:p>
        </p:txBody>
      </p:sp>
      <p:sp>
        <p:nvSpPr>
          <p:cNvPr id="98" name="CasellaDiTesto 97"/>
          <p:cNvSpPr txBox="1"/>
          <p:nvPr/>
        </p:nvSpPr>
        <p:spPr>
          <a:xfrm>
            <a:off x="4046801" y="3867701"/>
            <a:ext cx="19367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OUTDOOR-area free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OUTDOOR-area occup.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99" name="CasellaDiTesto 98"/>
          <p:cNvSpPr txBox="1"/>
          <p:nvPr/>
        </p:nvSpPr>
        <p:spPr>
          <a:xfrm>
            <a:off x="4042513" y="5600342"/>
            <a:ext cx="17956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temperature: &lt;value&gt;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105" name="CasellaDiTesto 104"/>
          <p:cNvSpPr txBox="1"/>
          <p:nvPr/>
        </p:nvSpPr>
        <p:spPr>
          <a:xfrm>
            <a:off x="7174116" y="3907592"/>
            <a:ext cx="10550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start trolley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stop trolley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cxnSp>
        <p:nvCxnSpPr>
          <p:cNvPr id="109" name="Connettore 2 108"/>
          <p:cNvCxnSpPr/>
          <p:nvPr/>
        </p:nvCxnSpPr>
        <p:spPr>
          <a:xfrm>
            <a:off x="6124982" y="3644021"/>
            <a:ext cx="5087" cy="1057737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CasellaDiTesto 114"/>
          <p:cNvSpPr txBox="1"/>
          <p:nvPr/>
        </p:nvSpPr>
        <p:spPr>
          <a:xfrm>
            <a:off x="6107993" y="3897460"/>
            <a:ext cx="8402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parking: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&lt;status&gt;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118" name="Gruppo 117"/>
          <p:cNvGrpSpPr/>
          <p:nvPr/>
        </p:nvGrpSpPr>
        <p:grpSpPr>
          <a:xfrm rot="5400000">
            <a:off x="6700574" y="1939950"/>
            <a:ext cx="844768" cy="342073"/>
            <a:chOff x="8144484" y="4563130"/>
            <a:chExt cx="844768" cy="342073"/>
          </a:xfrm>
        </p:grpSpPr>
        <p:cxnSp>
          <p:nvCxnSpPr>
            <p:cNvPr id="119" name="Connettore 2 118"/>
            <p:cNvCxnSpPr/>
            <p:nvPr/>
          </p:nvCxnSpPr>
          <p:spPr>
            <a:xfrm flipV="1">
              <a:off x="8144484" y="4634422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riangolo isoscele 119"/>
            <p:cNvSpPr/>
            <p:nvPr/>
          </p:nvSpPr>
          <p:spPr>
            <a:xfrm rot="16200000" flipV="1">
              <a:off x="8856502" y="457296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121" name="Connettore 2 120"/>
            <p:cNvCxnSpPr/>
            <p:nvPr/>
          </p:nvCxnSpPr>
          <p:spPr>
            <a:xfrm flipV="1">
              <a:off x="8267400" y="4833910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Triangolo isoscele 121"/>
            <p:cNvSpPr/>
            <p:nvPr/>
          </p:nvSpPr>
          <p:spPr>
            <a:xfrm rot="5400000" flipH="1" flipV="1">
              <a:off x="8167744" y="477245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123" name="CasellaDiTesto 122"/>
          <p:cNvSpPr txBox="1"/>
          <p:nvPr/>
        </p:nvSpPr>
        <p:spPr>
          <a:xfrm>
            <a:off x="7190609" y="1880153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&lt;SLOTNUM&gt;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&lt;TOKENID&gt;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cxnSp>
        <p:nvCxnSpPr>
          <p:cNvPr id="124" name="Connettore 2 123"/>
          <p:cNvCxnSpPr/>
          <p:nvPr/>
        </p:nvCxnSpPr>
        <p:spPr>
          <a:xfrm flipH="1">
            <a:off x="5902286" y="1679458"/>
            <a:ext cx="3490" cy="926208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CasellaDiTesto 124"/>
          <p:cNvSpPr txBox="1"/>
          <p:nvPr/>
        </p:nvSpPr>
        <p:spPr>
          <a:xfrm>
            <a:off x="5896015" y="1982265"/>
            <a:ext cx="1101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&lt;TOKENID&gt;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6916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o 7"/>
          <p:cNvGrpSpPr/>
          <p:nvPr/>
        </p:nvGrpSpPr>
        <p:grpSpPr>
          <a:xfrm>
            <a:off x="5573236" y="4611480"/>
            <a:ext cx="1926426" cy="1214172"/>
            <a:chOff x="402476" y="5184618"/>
            <a:chExt cx="1926426" cy="1214172"/>
          </a:xfrm>
        </p:grpSpPr>
        <p:sp>
          <p:nvSpPr>
            <p:cNvPr id="9" name="Ovale 8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Temperature Sentinel</a:t>
              </a:r>
            </a:p>
          </p:txBody>
        </p:sp>
        <p:sp>
          <p:nvSpPr>
            <p:cNvPr id="10" name="Triangolo isoscele 9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1" name="Rettangolo 10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15" name="Gruppo 14"/>
          <p:cNvGrpSpPr/>
          <p:nvPr/>
        </p:nvGrpSpPr>
        <p:grpSpPr>
          <a:xfrm>
            <a:off x="5573236" y="3245569"/>
            <a:ext cx="1926426" cy="1214172"/>
            <a:chOff x="402476" y="5184618"/>
            <a:chExt cx="1926426" cy="1214172"/>
          </a:xfrm>
        </p:grpSpPr>
        <p:sp>
          <p:nvSpPr>
            <p:cNvPr id="16" name="Ovale 15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Outdoor</a:t>
              </a:r>
              <a:r>
                <a:rPr lang="it-IT" sz="1200" dirty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 </a:t>
              </a:r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Sentinel</a:t>
              </a:r>
            </a:p>
          </p:txBody>
        </p:sp>
        <p:sp>
          <p:nvSpPr>
            <p:cNvPr id="17" name="Triangolo isoscele 16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8" name="Rettangolo 17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19" name="Gruppo 18"/>
          <p:cNvGrpSpPr/>
          <p:nvPr/>
        </p:nvGrpSpPr>
        <p:grpSpPr>
          <a:xfrm>
            <a:off x="5578183" y="955372"/>
            <a:ext cx="1926426" cy="1214172"/>
            <a:chOff x="402476" y="5184618"/>
            <a:chExt cx="1926426" cy="1214172"/>
          </a:xfrm>
        </p:grpSpPr>
        <p:sp>
          <p:nvSpPr>
            <p:cNvPr id="20" name="Ovale 19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Timer</a:t>
              </a: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</a:p>
          </p:txBody>
        </p:sp>
        <p:sp>
          <p:nvSpPr>
            <p:cNvPr id="21" name="Triangolo isoscele 20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2" name="Rettangolo 21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cxnSp>
        <p:nvCxnSpPr>
          <p:cNvPr id="23" name="Connettore 2 22"/>
          <p:cNvCxnSpPr/>
          <p:nvPr/>
        </p:nvCxnSpPr>
        <p:spPr>
          <a:xfrm flipH="1" flipV="1">
            <a:off x="6440423" y="2285224"/>
            <a:ext cx="1" cy="1011285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Figura a mano libera 23"/>
          <p:cNvSpPr/>
          <p:nvPr/>
        </p:nvSpPr>
        <p:spPr>
          <a:xfrm rot="5400000">
            <a:off x="6482009" y="2483825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25" name="Gruppo 24"/>
          <p:cNvGrpSpPr/>
          <p:nvPr/>
        </p:nvGrpSpPr>
        <p:grpSpPr>
          <a:xfrm>
            <a:off x="2462505" y="3323048"/>
            <a:ext cx="1926426" cy="1214172"/>
            <a:chOff x="402476" y="3280190"/>
            <a:chExt cx="1926426" cy="1214172"/>
          </a:xfrm>
        </p:grpSpPr>
        <p:sp>
          <p:nvSpPr>
            <p:cNvPr id="26" name="Ovale 25"/>
            <p:cNvSpPr/>
            <p:nvPr/>
          </p:nvSpPr>
          <p:spPr>
            <a:xfrm>
              <a:off x="667957" y="3428429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Sonar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27" name="Triangolo isoscele 26"/>
            <p:cNvSpPr/>
            <p:nvPr/>
          </p:nvSpPr>
          <p:spPr>
            <a:xfrm rot="16200000">
              <a:off x="1350190" y="3300636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8" name="Rettangolo 27"/>
            <p:cNvSpPr/>
            <p:nvPr/>
          </p:nvSpPr>
          <p:spPr>
            <a:xfrm>
              <a:off x="402476" y="3835268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29" name="Gruppo 28"/>
          <p:cNvGrpSpPr/>
          <p:nvPr/>
        </p:nvGrpSpPr>
        <p:grpSpPr>
          <a:xfrm>
            <a:off x="2400905" y="4611480"/>
            <a:ext cx="1926426" cy="1214172"/>
            <a:chOff x="402476" y="5184618"/>
            <a:chExt cx="1926426" cy="1214172"/>
          </a:xfrm>
        </p:grpSpPr>
        <p:sp>
          <p:nvSpPr>
            <p:cNvPr id="30" name="Ovale 29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Thermometer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31" name="Triangolo isoscele 30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2" name="Rettangolo 31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33" name="Figura a mano libera 32"/>
          <p:cNvSpPr/>
          <p:nvPr/>
        </p:nvSpPr>
        <p:spPr>
          <a:xfrm>
            <a:off x="4507707" y="3596230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CasellaDiTesto 33"/>
          <p:cNvSpPr txBox="1"/>
          <p:nvPr/>
        </p:nvSpPr>
        <p:spPr>
          <a:xfrm>
            <a:off x="4167662" y="3199002"/>
            <a:ext cx="19367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OUTDOOR-area free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OUTDOOR-area occup.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35" name="Figura a mano libera 34"/>
          <p:cNvSpPr/>
          <p:nvPr/>
        </p:nvSpPr>
        <p:spPr>
          <a:xfrm>
            <a:off x="4445516" y="4942279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6" name="CasellaDiTesto 35"/>
          <p:cNvSpPr txBox="1"/>
          <p:nvPr/>
        </p:nvSpPr>
        <p:spPr>
          <a:xfrm>
            <a:off x="4269018" y="5563680"/>
            <a:ext cx="17956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temperature: &lt;value&gt;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37" name="Gruppo 36"/>
          <p:cNvGrpSpPr/>
          <p:nvPr/>
        </p:nvGrpSpPr>
        <p:grpSpPr>
          <a:xfrm>
            <a:off x="8556786" y="3852655"/>
            <a:ext cx="1926426" cy="1214172"/>
            <a:chOff x="402476" y="5184618"/>
            <a:chExt cx="1926426" cy="1214172"/>
          </a:xfrm>
        </p:grpSpPr>
        <p:sp>
          <p:nvSpPr>
            <p:cNvPr id="38" name="Ovale 37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Park Service Status GUI Actor</a:t>
              </a:r>
              <a:endPara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39" name="Triangolo isoscele 38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0" name="Rettangolo 39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41" name="Figura a mano libera 40"/>
          <p:cNvSpPr/>
          <p:nvPr/>
        </p:nvSpPr>
        <p:spPr>
          <a:xfrm>
            <a:off x="7628377" y="3718740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2" name="Figura a mano libera 41"/>
          <p:cNvSpPr/>
          <p:nvPr/>
        </p:nvSpPr>
        <p:spPr>
          <a:xfrm>
            <a:off x="7557560" y="4607594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3" name="CasellaDiTesto 42"/>
          <p:cNvSpPr txBox="1"/>
          <p:nvPr/>
        </p:nvSpPr>
        <p:spPr>
          <a:xfrm>
            <a:off x="7480003" y="3283067"/>
            <a:ext cx="18934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 alarm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 alarm revoked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44" name="CasellaDiTesto 43"/>
          <p:cNvSpPr txBox="1"/>
          <p:nvPr/>
        </p:nvSpPr>
        <p:spPr>
          <a:xfrm>
            <a:off x="7557560" y="5313993"/>
            <a:ext cx="22333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temperature alarm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temperature alarm revoked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5956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1328</TotalTime>
  <Words>248</Words>
  <Application>Microsoft Office PowerPoint</Application>
  <PresentationFormat>Widescreen</PresentationFormat>
  <Paragraphs>128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3" baseType="lpstr">
      <vt:lpstr>Arial</vt:lpstr>
      <vt:lpstr>Bookman Old Style</vt:lpstr>
      <vt:lpstr>Calibri</vt:lpstr>
      <vt:lpstr>Calibri Light</vt:lpstr>
      <vt:lpstr>Century Schoolbook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Giacomo</dc:creator>
  <cp:lastModifiedBy>Giacomo</cp:lastModifiedBy>
  <cp:revision>93</cp:revision>
  <dcterms:created xsi:type="dcterms:W3CDTF">2021-03-22T10:16:42Z</dcterms:created>
  <dcterms:modified xsi:type="dcterms:W3CDTF">2021-06-22T19:51:55Z</dcterms:modified>
</cp:coreProperties>
</file>