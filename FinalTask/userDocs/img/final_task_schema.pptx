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smtClean="0"/>
              <a:t>Fare clic per modificare lo stile del sottotitolo dello schema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17/06/2021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3885565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3405359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340834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2944990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2944990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2461839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2456522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1981633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1981633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1976884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8" name="Rettangolo 57"/>
          <p:cNvSpPr/>
          <p:nvPr/>
        </p:nvSpPr>
        <p:spPr>
          <a:xfrm>
            <a:off x="5396638" y="1335615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1378643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1378643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03647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2" name="Rettangolo 61"/>
          <p:cNvSpPr/>
          <p:nvPr/>
        </p:nvSpPr>
        <p:spPr>
          <a:xfrm>
            <a:off x="3511286" y="103647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09963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027850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5" name="Rettangolo 64"/>
          <p:cNvSpPr/>
          <p:nvPr/>
        </p:nvSpPr>
        <p:spPr>
          <a:xfrm>
            <a:off x="7668981" y="1027850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091007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990800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arrotondato 9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400548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Rettangolo arrotondato 19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400548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4" name="Rettangolo 23"/>
          <p:cNvSpPr/>
          <p:nvPr/>
        </p:nvSpPr>
        <p:spPr>
          <a:xfrm>
            <a:off x="4217623" y="145419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24"/>
          <p:cNvSpPr/>
          <p:nvPr/>
        </p:nvSpPr>
        <p:spPr>
          <a:xfrm>
            <a:off x="4217622" y="145419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51735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45419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8" name="Rettangolo 27"/>
          <p:cNvSpPr/>
          <p:nvPr/>
        </p:nvSpPr>
        <p:spPr>
          <a:xfrm>
            <a:off x="7182233" y="145419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51735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02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ttore 4 15"/>
          <p:cNvCxnSpPr>
            <a:stCxn id="45" idx="2"/>
          </p:cNvCxnSpPr>
          <p:nvPr/>
        </p:nvCxnSpPr>
        <p:spPr>
          <a:xfrm rot="5400000" flipH="1">
            <a:off x="4878898" y="3029429"/>
            <a:ext cx="3538336" cy="711792"/>
          </a:xfrm>
          <a:prstGeom prst="bentConnector3">
            <a:avLst>
              <a:gd name="adj1" fmla="val -64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5503371" y="1302723"/>
            <a:ext cx="1244316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IDLE</a:t>
            </a:r>
          </a:p>
        </p:txBody>
      </p:sp>
      <p:sp>
        <p:nvSpPr>
          <p:cNvPr id="24" name="Rettangolo arrotondato 23"/>
          <p:cNvSpPr/>
          <p:nvPr/>
        </p:nvSpPr>
        <p:spPr>
          <a:xfrm>
            <a:off x="6366822" y="2186936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INDOOR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4521448" y="2186936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UNPARKING</a:t>
            </a:r>
          </a:p>
        </p:txBody>
      </p:sp>
      <p:cxnSp>
        <p:nvCxnSpPr>
          <p:cNvPr id="26" name="Connettore 2 25"/>
          <p:cNvCxnSpPr/>
          <p:nvPr/>
        </p:nvCxnSpPr>
        <p:spPr>
          <a:xfrm>
            <a:off x="6566489" y="1591712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/>
          <p:nvPr/>
        </p:nvCxnSpPr>
        <p:spPr>
          <a:xfrm>
            <a:off x="5665432" y="1595613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sellaDiTesto 27"/>
          <p:cNvSpPr txBox="1"/>
          <p:nvPr/>
        </p:nvSpPr>
        <p:spPr>
          <a:xfrm>
            <a:off x="6566489" y="1678386"/>
            <a:ext cx="2775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rgbClr val="00B050"/>
                </a:solidFill>
                <a:latin typeface="Century Schoolbook" panose="02040604050505020304" pitchFamily="18" charset="0"/>
              </a:rPr>
              <a:t>enter_request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goto_indoor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arrotondato 28"/>
          <p:cNvSpPr/>
          <p:nvPr/>
        </p:nvSpPr>
        <p:spPr>
          <a:xfrm>
            <a:off x="6366013" y="3081240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TAKE IN</a:t>
            </a:r>
          </a:p>
        </p:txBody>
      </p:sp>
      <p:cxnSp>
        <p:nvCxnSpPr>
          <p:cNvPr id="31" name="Connettore 2 30"/>
          <p:cNvCxnSpPr/>
          <p:nvPr/>
        </p:nvCxnSpPr>
        <p:spPr>
          <a:xfrm>
            <a:off x="7021877" y="2487454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/>
          <p:cNvSpPr txBox="1"/>
          <p:nvPr/>
        </p:nvSpPr>
        <p:spPr>
          <a:xfrm>
            <a:off x="7021876" y="2615803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pickup_car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4" name="Rettangolo arrotondato 33"/>
          <p:cNvSpPr/>
          <p:nvPr/>
        </p:nvSpPr>
        <p:spPr>
          <a:xfrm>
            <a:off x="6366012" y="3975544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PARKING</a:t>
            </a:r>
          </a:p>
        </p:txBody>
      </p:sp>
      <p:cxnSp>
        <p:nvCxnSpPr>
          <p:cNvPr id="35" name="Connettore 2 34"/>
          <p:cNvCxnSpPr/>
          <p:nvPr/>
        </p:nvCxnSpPr>
        <p:spPr>
          <a:xfrm>
            <a:off x="7021876" y="3381758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/>
          <p:cNvSpPr txBox="1"/>
          <p:nvPr/>
        </p:nvSpPr>
        <p:spPr>
          <a:xfrm>
            <a:off x="7021875" y="3510107"/>
            <a:ext cx="20505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goto_parking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45" name="Rettangolo arrotondato 44"/>
          <p:cNvSpPr/>
          <p:nvPr/>
        </p:nvSpPr>
        <p:spPr>
          <a:xfrm>
            <a:off x="6366012" y="4859757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PARKED</a:t>
            </a:r>
          </a:p>
        </p:txBody>
      </p:sp>
      <p:cxnSp>
        <p:nvCxnSpPr>
          <p:cNvPr id="46" name="Connettore 2 45"/>
          <p:cNvCxnSpPr/>
          <p:nvPr/>
        </p:nvCxnSpPr>
        <p:spPr>
          <a:xfrm>
            <a:off x="7021876" y="4265971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/>
          <p:cNvSpPr txBox="1"/>
          <p:nvPr/>
        </p:nvSpPr>
        <p:spPr>
          <a:xfrm>
            <a:off x="7021875" y="4394320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putdown_car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0" name="CasellaDiTesto 49"/>
          <p:cNvSpPr txBox="1"/>
          <p:nvPr/>
        </p:nvSpPr>
        <p:spPr>
          <a:xfrm>
            <a:off x="7021875" y="5216724"/>
            <a:ext cx="181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goto_home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Rettangolo arrotondato 58"/>
          <p:cNvSpPr/>
          <p:nvPr/>
        </p:nvSpPr>
        <p:spPr>
          <a:xfrm>
            <a:off x="4521448" y="3076931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TAKE OUT</a:t>
            </a:r>
          </a:p>
        </p:txBody>
      </p:sp>
      <p:cxnSp>
        <p:nvCxnSpPr>
          <p:cNvPr id="60" name="Connettore 2 59"/>
          <p:cNvCxnSpPr/>
          <p:nvPr/>
        </p:nvCxnSpPr>
        <p:spPr>
          <a:xfrm>
            <a:off x="5228372" y="2483145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CasellaDiTesto 60"/>
          <p:cNvSpPr txBox="1"/>
          <p:nvPr/>
        </p:nvSpPr>
        <p:spPr>
          <a:xfrm>
            <a:off x="3331124" y="2610761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pickup_car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2" name="CasellaDiTesto 61"/>
          <p:cNvSpPr txBox="1"/>
          <p:nvPr/>
        </p:nvSpPr>
        <p:spPr>
          <a:xfrm>
            <a:off x="2850393" y="1677685"/>
            <a:ext cx="27719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rgbClr val="00B050"/>
                </a:solidFill>
                <a:latin typeface="Century Schoolbook" panose="02040604050505020304" pitchFamily="18" charset="0"/>
              </a:rPr>
              <a:t>exit_request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goto_parking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arrotondato 63"/>
          <p:cNvSpPr/>
          <p:nvPr/>
        </p:nvSpPr>
        <p:spPr>
          <a:xfrm>
            <a:off x="4523051" y="3975544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OUTDOOR</a:t>
            </a:r>
          </a:p>
        </p:txBody>
      </p:sp>
      <p:cxnSp>
        <p:nvCxnSpPr>
          <p:cNvPr id="65" name="Connettore 2 64"/>
          <p:cNvCxnSpPr/>
          <p:nvPr/>
        </p:nvCxnSpPr>
        <p:spPr>
          <a:xfrm>
            <a:off x="5229975" y="3381758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/>
          <p:cNvSpPr txBox="1"/>
          <p:nvPr/>
        </p:nvSpPr>
        <p:spPr>
          <a:xfrm>
            <a:off x="3222289" y="3509374"/>
            <a:ext cx="2028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goto_outdoor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Rettangolo arrotondato 66"/>
          <p:cNvSpPr/>
          <p:nvPr/>
        </p:nvSpPr>
        <p:spPr>
          <a:xfrm>
            <a:off x="4508990" y="4874157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LEAVING</a:t>
            </a:r>
          </a:p>
        </p:txBody>
      </p:sp>
      <p:cxnSp>
        <p:nvCxnSpPr>
          <p:cNvPr id="68" name="Connettore 2 67"/>
          <p:cNvCxnSpPr/>
          <p:nvPr/>
        </p:nvCxnSpPr>
        <p:spPr>
          <a:xfrm>
            <a:off x="5215914" y="4280371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CasellaDiTesto 68"/>
          <p:cNvSpPr txBox="1"/>
          <p:nvPr/>
        </p:nvSpPr>
        <p:spPr>
          <a:xfrm>
            <a:off x="3136541" y="4396910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putdown_car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70" name="Connettore 4 69"/>
          <p:cNvCxnSpPr>
            <a:stCxn id="67" idx="2"/>
          </p:cNvCxnSpPr>
          <p:nvPr/>
        </p:nvCxnSpPr>
        <p:spPr>
          <a:xfrm rot="5400000" flipH="1" flipV="1">
            <a:off x="3828739" y="2990218"/>
            <a:ext cx="3552738" cy="804612"/>
          </a:xfrm>
          <a:prstGeom prst="bentConnector3">
            <a:avLst>
              <a:gd name="adj1" fmla="val -643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CasellaDiTesto 72"/>
          <p:cNvSpPr txBox="1"/>
          <p:nvPr/>
        </p:nvSpPr>
        <p:spPr>
          <a:xfrm>
            <a:off x="3354550" y="5170064"/>
            <a:ext cx="181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goto_home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279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297316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Trolley Status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3797791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2973825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/>
          <p:cNvSpPr/>
          <p:nvPr/>
        </p:nvSpPr>
        <p:spPr>
          <a:xfrm>
            <a:off x="5768186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Robot Driver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" name="Triangolo isoscele 7"/>
          <p:cNvSpPr/>
          <p:nvPr/>
        </p:nvSpPr>
        <p:spPr>
          <a:xfrm rot="16200000">
            <a:off x="6268661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/>
          <p:cNvSpPr/>
          <p:nvPr/>
        </p:nvSpPr>
        <p:spPr>
          <a:xfrm>
            <a:off x="5444695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Ovale 9"/>
          <p:cNvSpPr/>
          <p:nvPr/>
        </p:nvSpPr>
        <p:spPr>
          <a:xfrm>
            <a:off x="7915565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Virtual Robot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1" name="Triangolo isoscele 10"/>
          <p:cNvSpPr/>
          <p:nvPr/>
        </p:nvSpPr>
        <p:spPr>
          <a:xfrm rot="16200000">
            <a:off x="8416040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Ovale 12"/>
          <p:cNvSpPr/>
          <p:nvPr/>
        </p:nvSpPr>
        <p:spPr>
          <a:xfrm>
            <a:off x="5764947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15" name="Connettore 2 14"/>
          <p:cNvCxnSpPr/>
          <p:nvPr/>
        </p:nvCxnSpPr>
        <p:spPr>
          <a:xfrm flipH="1" flipV="1">
            <a:off x="6418411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5610015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17" name="Connettore 2 16"/>
          <p:cNvCxnSpPr/>
          <p:nvPr/>
        </p:nvCxnSpPr>
        <p:spPr>
          <a:xfrm flipH="1" flipV="1">
            <a:off x="6416253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/>
          <p:cNvCxnSpPr>
            <a:stCxn id="4" idx="6"/>
            <a:endCxn id="9" idx="1"/>
          </p:cNvCxnSpPr>
          <p:nvPr/>
        </p:nvCxnSpPr>
        <p:spPr>
          <a:xfrm>
            <a:off x="4599927" y="4734169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/>
          <p:cNvCxnSpPr/>
          <p:nvPr/>
        </p:nvCxnSpPr>
        <p:spPr>
          <a:xfrm flipV="1">
            <a:off x="7070797" y="459129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riangolo isoscele 25"/>
          <p:cNvSpPr/>
          <p:nvPr/>
        </p:nvSpPr>
        <p:spPr>
          <a:xfrm rot="16200000" flipV="1">
            <a:off x="7782815" y="452983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9" name="Connettore 2 28"/>
          <p:cNvCxnSpPr/>
          <p:nvPr/>
        </p:nvCxnSpPr>
        <p:spPr>
          <a:xfrm flipV="1">
            <a:off x="7193713" y="487704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iangolo isoscele 30"/>
          <p:cNvSpPr/>
          <p:nvPr/>
        </p:nvSpPr>
        <p:spPr>
          <a:xfrm rot="5400000" flipH="1" flipV="1">
            <a:off x="7094057" y="481558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13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Robot Driver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4068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</TotalTime>
  <Words>108</Words>
  <Application>Microsoft Office PowerPoint</Application>
  <PresentationFormat>Widescreen</PresentationFormat>
  <Paragraphs>66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53</cp:revision>
  <dcterms:created xsi:type="dcterms:W3CDTF">2021-03-22T10:16:42Z</dcterms:created>
  <dcterms:modified xsi:type="dcterms:W3CDTF">2021-06-17T14:00:28Z</dcterms:modified>
</cp:coreProperties>
</file>