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71" r:id="rId3"/>
    <p:sldId id="266" r:id="rId4"/>
    <p:sldId id="270" r:id="rId5"/>
    <p:sldId id="269" r:id="rId6"/>
    <p:sldId id="273" r:id="rId7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58" y="2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79070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036765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399082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817715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6" name="Segnaposto contenut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8" name="Segnaposto piè di pa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68405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706061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3" name="Segnaposto piè di pa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279197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217159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immagine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160608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303909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010299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840829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arrotondato 6"/>
          <p:cNvSpPr/>
          <p:nvPr/>
        </p:nvSpPr>
        <p:spPr>
          <a:xfrm>
            <a:off x="5048046" y="4640593"/>
            <a:ext cx="3653990" cy="47158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Presence Sensor</a:t>
            </a:r>
          </a:p>
          <a:p>
            <a:pPr algn="ctr"/>
            <a:r>
              <a:rPr lang="it-IT" sz="1400" i="1" dirty="0">
                <a:solidFill>
                  <a:schemeClr val="tx1"/>
                </a:solidFill>
                <a:latin typeface="Century Schoolbook" panose="02040604050505020304" pitchFamily="18" charset="0"/>
              </a:rPr>
              <a:t>interface</a:t>
            </a:r>
          </a:p>
        </p:txBody>
      </p:sp>
      <p:sp>
        <p:nvSpPr>
          <p:cNvPr id="22" name="Rettangolo arrotondato 21"/>
          <p:cNvSpPr/>
          <p:nvPr/>
        </p:nvSpPr>
        <p:spPr>
          <a:xfrm>
            <a:off x="5048046" y="4160387"/>
            <a:ext cx="161679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Presence Sonar</a:t>
            </a:r>
          </a:p>
        </p:txBody>
      </p:sp>
      <p:sp>
        <p:nvSpPr>
          <p:cNvPr id="23" name="Rettangolo arrotondato 22"/>
          <p:cNvSpPr/>
          <p:nvPr/>
        </p:nvSpPr>
        <p:spPr>
          <a:xfrm>
            <a:off x="7085245" y="4163371"/>
            <a:ext cx="161679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Presence Weight</a:t>
            </a:r>
          </a:p>
        </p:txBody>
      </p:sp>
      <p:cxnSp>
        <p:nvCxnSpPr>
          <p:cNvPr id="26" name="Connettore 2 25"/>
          <p:cNvCxnSpPr/>
          <p:nvPr/>
        </p:nvCxnSpPr>
        <p:spPr>
          <a:xfrm flipH="1" flipV="1">
            <a:off x="5850993" y="3700018"/>
            <a:ext cx="5448" cy="460369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ttore 2 51"/>
          <p:cNvCxnSpPr/>
          <p:nvPr/>
        </p:nvCxnSpPr>
        <p:spPr>
          <a:xfrm flipH="1" flipV="1">
            <a:off x="7888192" y="3700018"/>
            <a:ext cx="5448" cy="460369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ttangolo arrotondato 52"/>
          <p:cNvSpPr/>
          <p:nvPr/>
        </p:nvSpPr>
        <p:spPr>
          <a:xfrm>
            <a:off x="3169947" y="3216867"/>
            <a:ext cx="3494890" cy="47158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Sonar</a:t>
            </a:r>
          </a:p>
          <a:p>
            <a:pPr algn="ctr"/>
            <a:r>
              <a:rPr lang="it-IT" sz="1400" i="1" dirty="0">
                <a:solidFill>
                  <a:schemeClr val="tx1"/>
                </a:solidFill>
                <a:latin typeface="Century Schoolbook" panose="02040604050505020304" pitchFamily="18" charset="0"/>
              </a:rPr>
              <a:t>interface</a:t>
            </a:r>
          </a:p>
        </p:txBody>
      </p:sp>
      <p:sp>
        <p:nvSpPr>
          <p:cNvPr id="54" name="Rettangolo arrotondato 53"/>
          <p:cNvSpPr/>
          <p:nvPr/>
        </p:nvSpPr>
        <p:spPr>
          <a:xfrm>
            <a:off x="7097753" y="3211550"/>
            <a:ext cx="1924301" cy="47158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Weight Sensor</a:t>
            </a:r>
          </a:p>
          <a:p>
            <a:pPr algn="ctr"/>
            <a:r>
              <a:rPr lang="it-IT" sz="1400" i="1" dirty="0">
                <a:solidFill>
                  <a:schemeClr val="tx1"/>
                </a:solidFill>
                <a:latin typeface="Century Schoolbook" panose="02040604050505020304" pitchFamily="18" charset="0"/>
              </a:rPr>
              <a:t>interface</a:t>
            </a:r>
          </a:p>
        </p:txBody>
      </p:sp>
      <p:sp>
        <p:nvSpPr>
          <p:cNvPr id="55" name="Rettangolo arrotondato 54"/>
          <p:cNvSpPr/>
          <p:nvPr/>
        </p:nvSpPr>
        <p:spPr>
          <a:xfrm>
            <a:off x="3169947" y="2736661"/>
            <a:ext cx="157503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Mock Sonar</a:t>
            </a:r>
          </a:p>
        </p:txBody>
      </p:sp>
      <p:sp>
        <p:nvSpPr>
          <p:cNvPr id="56" name="Rettangolo arrotondato 55"/>
          <p:cNvSpPr/>
          <p:nvPr/>
        </p:nvSpPr>
        <p:spPr>
          <a:xfrm>
            <a:off x="5089806" y="2736661"/>
            <a:ext cx="157503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Sonar Driver</a:t>
            </a:r>
          </a:p>
        </p:txBody>
      </p:sp>
      <p:sp>
        <p:nvSpPr>
          <p:cNvPr id="57" name="Rettangolo arrotondato 56"/>
          <p:cNvSpPr/>
          <p:nvPr/>
        </p:nvSpPr>
        <p:spPr>
          <a:xfrm>
            <a:off x="7097753" y="2731912"/>
            <a:ext cx="192430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Mock Weight Sensor</a:t>
            </a:r>
          </a:p>
        </p:txBody>
      </p:sp>
      <p:sp>
        <p:nvSpPr>
          <p:cNvPr id="58" name="Rettangolo 57"/>
          <p:cNvSpPr/>
          <p:nvPr/>
        </p:nvSpPr>
        <p:spPr>
          <a:xfrm>
            <a:off x="5396638" y="2090643"/>
            <a:ext cx="892349" cy="4715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59" name="Ovale 58"/>
          <p:cNvSpPr/>
          <p:nvPr/>
        </p:nvSpPr>
        <p:spPr>
          <a:xfrm>
            <a:off x="5450835" y="2133671"/>
            <a:ext cx="370937" cy="385524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60" name="Ovale 59"/>
          <p:cNvSpPr/>
          <p:nvPr/>
        </p:nvSpPr>
        <p:spPr>
          <a:xfrm>
            <a:off x="5875969" y="2133671"/>
            <a:ext cx="370937" cy="385524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61" name="Rettangolo 60"/>
          <p:cNvSpPr/>
          <p:nvPr/>
        </p:nvSpPr>
        <p:spPr>
          <a:xfrm>
            <a:off x="3511287" y="1791504"/>
            <a:ext cx="892349" cy="7707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GUI</a:t>
            </a:r>
          </a:p>
        </p:txBody>
      </p:sp>
      <p:sp>
        <p:nvSpPr>
          <p:cNvPr id="62" name="Rettangolo 61"/>
          <p:cNvSpPr/>
          <p:nvPr/>
        </p:nvSpPr>
        <p:spPr>
          <a:xfrm>
            <a:off x="3511286" y="1791504"/>
            <a:ext cx="892349" cy="23628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63" name="Rettangolo 62"/>
          <p:cNvSpPr/>
          <p:nvPr/>
        </p:nvSpPr>
        <p:spPr>
          <a:xfrm>
            <a:off x="4258578" y="1854661"/>
            <a:ext cx="96705" cy="10997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64" name="Rettangolo 63"/>
          <p:cNvSpPr/>
          <p:nvPr/>
        </p:nvSpPr>
        <p:spPr>
          <a:xfrm>
            <a:off x="7668982" y="1782878"/>
            <a:ext cx="892349" cy="7707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GUI</a:t>
            </a:r>
          </a:p>
        </p:txBody>
      </p:sp>
      <p:sp>
        <p:nvSpPr>
          <p:cNvPr id="65" name="Rettangolo 64"/>
          <p:cNvSpPr/>
          <p:nvPr/>
        </p:nvSpPr>
        <p:spPr>
          <a:xfrm>
            <a:off x="7668981" y="1782878"/>
            <a:ext cx="892349" cy="23628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66" name="Rettangolo 65"/>
          <p:cNvSpPr/>
          <p:nvPr/>
        </p:nvSpPr>
        <p:spPr>
          <a:xfrm>
            <a:off x="8416273" y="1846035"/>
            <a:ext cx="96705" cy="10997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67" name="CasellaDiTesto 66"/>
          <p:cNvSpPr txBox="1"/>
          <p:nvPr/>
        </p:nvSpPr>
        <p:spPr>
          <a:xfrm>
            <a:off x="5212671" y="1745828"/>
            <a:ext cx="126028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dirty="0">
                <a:latin typeface="Century Schoolbook" panose="02040604050505020304" pitchFamily="18" charset="0"/>
              </a:rPr>
              <a:t>Real device</a:t>
            </a:r>
          </a:p>
        </p:txBody>
      </p:sp>
    </p:spTree>
    <p:extLst>
      <p:ext uri="{BB962C8B-B14F-4D97-AF65-F5344CB8AC3E}">
        <p14:creationId xmlns:p14="http://schemas.microsoft.com/office/powerpoint/2010/main" val="9212382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e 3"/>
          <p:cNvSpPr/>
          <p:nvPr/>
        </p:nvSpPr>
        <p:spPr>
          <a:xfrm>
            <a:off x="3737252" y="4002284"/>
            <a:ext cx="1857403" cy="140152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Thermometer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Actor</a:t>
            </a:r>
          </a:p>
        </p:txBody>
      </p:sp>
      <p:sp>
        <p:nvSpPr>
          <p:cNvPr id="5" name="Triangolo isoscele 4"/>
          <p:cNvSpPr/>
          <p:nvPr/>
        </p:nvSpPr>
        <p:spPr>
          <a:xfrm rot="16200000">
            <a:off x="4450884" y="3816879"/>
            <a:ext cx="430138" cy="370809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" name="Rettangolo 5"/>
          <p:cNvSpPr/>
          <p:nvPr/>
        </p:nvSpPr>
        <p:spPr>
          <a:xfrm>
            <a:off x="3301618" y="4583535"/>
            <a:ext cx="714644" cy="339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1" name="Connettore 2 10"/>
          <p:cNvCxnSpPr>
            <a:stCxn id="5" idx="5"/>
            <a:endCxn id="10" idx="2"/>
          </p:cNvCxnSpPr>
          <p:nvPr/>
        </p:nvCxnSpPr>
        <p:spPr>
          <a:xfrm flipH="1" flipV="1">
            <a:off x="4663797" y="3352877"/>
            <a:ext cx="2157" cy="5418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ttangolo arrotondato 13"/>
          <p:cNvSpPr/>
          <p:nvPr/>
        </p:nvSpPr>
        <p:spPr>
          <a:xfrm>
            <a:off x="3737252" y="2881297"/>
            <a:ext cx="1853089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Mock Thermometer</a:t>
            </a:r>
          </a:p>
        </p:txBody>
      </p:sp>
      <p:sp>
        <p:nvSpPr>
          <p:cNvPr id="17" name="Ovale 16"/>
          <p:cNvSpPr/>
          <p:nvPr/>
        </p:nvSpPr>
        <p:spPr>
          <a:xfrm>
            <a:off x="6769271" y="4002284"/>
            <a:ext cx="1857403" cy="140152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Fan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Actor</a:t>
            </a:r>
          </a:p>
        </p:txBody>
      </p:sp>
      <p:sp>
        <p:nvSpPr>
          <p:cNvPr id="18" name="Triangolo isoscele 17"/>
          <p:cNvSpPr/>
          <p:nvPr/>
        </p:nvSpPr>
        <p:spPr>
          <a:xfrm rot="16200000">
            <a:off x="7482903" y="3816879"/>
            <a:ext cx="430138" cy="370809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9" name="Rettangolo 18"/>
          <p:cNvSpPr/>
          <p:nvPr/>
        </p:nvSpPr>
        <p:spPr>
          <a:xfrm>
            <a:off x="6333637" y="4583535"/>
            <a:ext cx="714644" cy="339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21" name="Connettore 2 20"/>
          <p:cNvCxnSpPr>
            <a:stCxn id="18" idx="5"/>
            <a:endCxn id="20" idx="2"/>
          </p:cNvCxnSpPr>
          <p:nvPr/>
        </p:nvCxnSpPr>
        <p:spPr>
          <a:xfrm flipH="1" flipV="1">
            <a:off x="7695816" y="3352877"/>
            <a:ext cx="2157" cy="5418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ttangolo arrotondato 22"/>
          <p:cNvSpPr/>
          <p:nvPr/>
        </p:nvSpPr>
        <p:spPr>
          <a:xfrm>
            <a:off x="6769271" y="2881297"/>
            <a:ext cx="1853089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Mock Fan</a:t>
            </a:r>
          </a:p>
        </p:txBody>
      </p:sp>
      <p:sp>
        <p:nvSpPr>
          <p:cNvPr id="24" name="Rettangolo 23"/>
          <p:cNvSpPr/>
          <p:nvPr/>
        </p:nvSpPr>
        <p:spPr>
          <a:xfrm>
            <a:off x="4217623" y="1934945"/>
            <a:ext cx="892349" cy="7707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GUI</a:t>
            </a:r>
          </a:p>
        </p:txBody>
      </p:sp>
      <p:sp>
        <p:nvSpPr>
          <p:cNvPr id="25" name="Rettangolo 24"/>
          <p:cNvSpPr/>
          <p:nvPr/>
        </p:nvSpPr>
        <p:spPr>
          <a:xfrm>
            <a:off x="4217622" y="1934945"/>
            <a:ext cx="892349" cy="23628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26" name="Rettangolo 25"/>
          <p:cNvSpPr/>
          <p:nvPr/>
        </p:nvSpPr>
        <p:spPr>
          <a:xfrm>
            <a:off x="4964914" y="1998102"/>
            <a:ext cx="96705" cy="10997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27" name="Rettangolo 26"/>
          <p:cNvSpPr/>
          <p:nvPr/>
        </p:nvSpPr>
        <p:spPr>
          <a:xfrm>
            <a:off x="7182234" y="1934945"/>
            <a:ext cx="892349" cy="7707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GUI</a:t>
            </a:r>
          </a:p>
        </p:txBody>
      </p:sp>
      <p:sp>
        <p:nvSpPr>
          <p:cNvPr id="28" name="Rettangolo 27"/>
          <p:cNvSpPr/>
          <p:nvPr/>
        </p:nvSpPr>
        <p:spPr>
          <a:xfrm>
            <a:off x="7182233" y="1934945"/>
            <a:ext cx="892349" cy="23628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29" name="Rettangolo 28"/>
          <p:cNvSpPr/>
          <p:nvPr/>
        </p:nvSpPr>
        <p:spPr>
          <a:xfrm>
            <a:off x="7929525" y="1998102"/>
            <a:ext cx="96705" cy="10997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75707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e 3"/>
          <p:cNvSpPr/>
          <p:nvPr/>
        </p:nvSpPr>
        <p:spPr>
          <a:xfrm>
            <a:off x="6680131" y="3436921"/>
            <a:ext cx="1302611" cy="982897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Weight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Actor</a:t>
            </a:r>
          </a:p>
        </p:txBody>
      </p:sp>
      <p:sp>
        <p:nvSpPr>
          <p:cNvPr id="5" name="Triangolo isoscele 4"/>
          <p:cNvSpPr/>
          <p:nvPr/>
        </p:nvSpPr>
        <p:spPr>
          <a:xfrm rot="16200000">
            <a:off x="7180606" y="3315521"/>
            <a:ext cx="301659" cy="260051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" name="Rettangolo 5"/>
          <p:cNvSpPr/>
          <p:nvPr/>
        </p:nvSpPr>
        <p:spPr>
          <a:xfrm>
            <a:off x="6356640" y="3811139"/>
            <a:ext cx="501185" cy="23810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8" name="Connettore 2 7"/>
          <p:cNvCxnSpPr>
            <a:stCxn id="5" idx="5"/>
          </p:cNvCxnSpPr>
          <p:nvPr/>
        </p:nvCxnSpPr>
        <p:spPr>
          <a:xfrm flipH="1" flipV="1">
            <a:off x="7325988" y="2909763"/>
            <a:ext cx="5448" cy="460369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ttangolo arrotondato 9"/>
          <p:cNvSpPr/>
          <p:nvPr/>
        </p:nvSpPr>
        <p:spPr>
          <a:xfrm>
            <a:off x="6517592" y="2438183"/>
            <a:ext cx="161679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Presence Weight</a:t>
            </a:r>
          </a:p>
        </p:txBody>
      </p:sp>
      <p:sp>
        <p:nvSpPr>
          <p:cNvPr id="11" name="Ovale 10"/>
          <p:cNvSpPr/>
          <p:nvPr/>
        </p:nvSpPr>
        <p:spPr>
          <a:xfrm>
            <a:off x="4381109" y="3436921"/>
            <a:ext cx="1302611" cy="982897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Sonar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Actor</a:t>
            </a:r>
          </a:p>
        </p:txBody>
      </p:sp>
      <p:sp>
        <p:nvSpPr>
          <p:cNvPr id="12" name="Triangolo isoscele 11"/>
          <p:cNvSpPr/>
          <p:nvPr/>
        </p:nvSpPr>
        <p:spPr>
          <a:xfrm rot="16200000">
            <a:off x="4881584" y="3315521"/>
            <a:ext cx="301659" cy="260051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3" name="Rettangolo 12"/>
          <p:cNvSpPr/>
          <p:nvPr/>
        </p:nvSpPr>
        <p:spPr>
          <a:xfrm>
            <a:off x="4057618" y="3811139"/>
            <a:ext cx="501185" cy="23810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5" name="Connettore 2 14"/>
          <p:cNvCxnSpPr>
            <a:stCxn id="12" idx="5"/>
          </p:cNvCxnSpPr>
          <p:nvPr/>
        </p:nvCxnSpPr>
        <p:spPr>
          <a:xfrm flipH="1" flipV="1">
            <a:off x="5026966" y="2909763"/>
            <a:ext cx="5448" cy="460369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ttangolo arrotondato 15"/>
          <p:cNvSpPr/>
          <p:nvPr/>
        </p:nvSpPr>
        <p:spPr>
          <a:xfrm>
            <a:off x="4218570" y="2438183"/>
            <a:ext cx="161679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Presence Sonar</a:t>
            </a:r>
          </a:p>
        </p:txBody>
      </p:sp>
    </p:spTree>
    <p:extLst>
      <p:ext uri="{BB962C8B-B14F-4D97-AF65-F5344CB8AC3E}">
        <p14:creationId xmlns:p14="http://schemas.microsoft.com/office/powerpoint/2010/main" val="7212902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Ovale 80"/>
          <p:cNvSpPr/>
          <p:nvPr/>
        </p:nvSpPr>
        <p:spPr>
          <a:xfrm>
            <a:off x="2223628" y="4242720"/>
            <a:ext cx="1302611" cy="982897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Business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Logic</a:t>
            </a:r>
          </a:p>
        </p:txBody>
      </p:sp>
      <p:sp>
        <p:nvSpPr>
          <p:cNvPr id="82" name="Triangolo isoscele 81"/>
          <p:cNvSpPr/>
          <p:nvPr/>
        </p:nvSpPr>
        <p:spPr>
          <a:xfrm rot="16200000">
            <a:off x="2724103" y="4121320"/>
            <a:ext cx="301659" cy="260051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3" name="Rettangolo 82"/>
          <p:cNvSpPr/>
          <p:nvPr/>
        </p:nvSpPr>
        <p:spPr>
          <a:xfrm>
            <a:off x="1900137" y="4616938"/>
            <a:ext cx="501185" cy="23810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4" name="Ovale 83"/>
          <p:cNvSpPr/>
          <p:nvPr/>
        </p:nvSpPr>
        <p:spPr>
          <a:xfrm>
            <a:off x="4371007" y="4242720"/>
            <a:ext cx="1302611" cy="982897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Robot Proxy</a:t>
            </a:r>
          </a:p>
        </p:txBody>
      </p:sp>
      <p:sp>
        <p:nvSpPr>
          <p:cNvPr id="85" name="Triangolo isoscele 84"/>
          <p:cNvSpPr/>
          <p:nvPr/>
        </p:nvSpPr>
        <p:spPr>
          <a:xfrm rot="16200000">
            <a:off x="4871482" y="4121320"/>
            <a:ext cx="301659" cy="260051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6" name="Ovale 85"/>
          <p:cNvSpPr/>
          <p:nvPr/>
        </p:nvSpPr>
        <p:spPr>
          <a:xfrm>
            <a:off x="2220389" y="1632384"/>
            <a:ext cx="1302611" cy="982897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Planner Util</a:t>
            </a:r>
          </a:p>
        </p:txBody>
      </p:sp>
      <p:cxnSp>
        <p:nvCxnSpPr>
          <p:cNvPr id="87" name="Connettore 2 86"/>
          <p:cNvCxnSpPr/>
          <p:nvPr/>
        </p:nvCxnSpPr>
        <p:spPr>
          <a:xfrm flipH="1" flipV="1">
            <a:off x="2873853" y="3629746"/>
            <a:ext cx="2157" cy="5418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ttangolo arrotondato 87"/>
          <p:cNvSpPr/>
          <p:nvPr/>
        </p:nvSpPr>
        <p:spPr>
          <a:xfrm>
            <a:off x="2065457" y="3157761"/>
            <a:ext cx="161679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Directional Planner</a:t>
            </a:r>
          </a:p>
        </p:txBody>
      </p:sp>
      <p:cxnSp>
        <p:nvCxnSpPr>
          <p:cNvPr id="89" name="Connettore 2 88"/>
          <p:cNvCxnSpPr/>
          <p:nvPr/>
        </p:nvCxnSpPr>
        <p:spPr>
          <a:xfrm flipH="1" flipV="1">
            <a:off x="2871695" y="2615484"/>
            <a:ext cx="2157" cy="5418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Connettore 2 94"/>
          <p:cNvCxnSpPr/>
          <p:nvPr/>
        </p:nvCxnSpPr>
        <p:spPr>
          <a:xfrm>
            <a:off x="3526239" y="4647909"/>
            <a:ext cx="844768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Connettore 2 95"/>
          <p:cNvCxnSpPr/>
          <p:nvPr/>
        </p:nvCxnSpPr>
        <p:spPr>
          <a:xfrm flipH="1">
            <a:off x="3523000" y="4820428"/>
            <a:ext cx="844768" cy="1823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Ovale 96"/>
          <p:cNvSpPr/>
          <p:nvPr/>
        </p:nvSpPr>
        <p:spPr>
          <a:xfrm>
            <a:off x="6841875" y="4242720"/>
            <a:ext cx="1302611" cy="982897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Basic Step Robot</a:t>
            </a:r>
          </a:p>
        </p:txBody>
      </p:sp>
      <p:sp>
        <p:nvSpPr>
          <p:cNvPr id="98" name="Triangolo isoscele 97"/>
          <p:cNvSpPr/>
          <p:nvPr/>
        </p:nvSpPr>
        <p:spPr>
          <a:xfrm rot="16200000">
            <a:off x="7342350" y="4121320"/>
            <a:ext cx="301659" cy="260051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9" name="Rettangolo 98"/>
          <p:cNvSpPr/>
          <p:nvPr/>
        </p:nvSpPr>
        <p:spPr>
          <a:xfrm>
            <a:off x="6518384" y="4616938"/>
            <a:ext cx="501185" cy="23810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00" name="Connettore 2 99"/>
          <p:cNvCxnSpPr/>
          <p:nvPr/>
        </p:nvCxnSpPr>
        <p:spPr>
          <a:xfrm>
            <a:off x="5673617" y="4647907"/>
            <a:ext cx="844768" cy="1823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Ovale 100"/>
          <p:cNvSpPr/>
          <p:nvPr/>
        </p:nvSpPr>
        <p:spPr>
          <a:xfrm>
            <a:off x="8989252" y="4242720"/>
            <a:ext cx="1302611" cy="982897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WEnv</a:t>
            </a:r>
          </a:p>
        </p:txBody>
      </p:sp>
      <p:sp>
        <p:nvSpPr>
          <p:cNvPr id="102" name="Triangolo isoscele 101"/>
          <p:cNvSpPr/>
          <p:nvPr/>
        </p:nvSpPr>
        <p:spPr>
          <a:xfrm rot="16200000">
            <a:off x="9489727" y="4121320"/>
            <a:ext cx="301659" cy="260051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03" name="Connettore 2 102"/>
          <p:cNvCxnSpPr/>
          <p:nvPr/>
        </p:nvCxnSpPr>
        <p:spPr>
          <a:xfrm flipV="1">
            <a:off x="8144484" y="4634422"/>
            <a:ext cx="721852" cy="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Triangolo isoscele 103"/>
          <p:cNvSpPr/>
          <p:nvPr/>
        </p:nvSpPr>
        <p:spPr>
          <a:xfrm rot="16200000" flipV="1">
            <a:off x="8856502" y="4572964"/>
            <a:ext cx="142583" cy="122916"/>
          </a:xfrm>
          <a:prstGeom prst="triangle">
            <a:avLst/>
          </a:prstGeom>
          <a:solidFill>
            <a:schemeClr val="bg1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05" name="Connettore 2 104"/>
          <p:cNvCxnSpPr/>
          <p:nvPr/>
        </p:nvCxnSpPr>
        <p:spPr>
          <a:xfrm flipV="1">
            <a:off x="8267400" y="4833910"/>
            <a:ext cx="721852" cy="2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riangolo isoscele 105"/>
          <p:cNvSpPr/>
          <p:nvPr/>
        </p:nvSpPr>
        <p:spPr>
          <a:xfrm rot="5400000" flipH="1" flipV="1">
            <a:off x="8167744" y="4772454"/>
            <a:ext cx="142583" cy="122916"/>
          </a:xfrm>
          <a:prstGeom prst="triangle">
            <a:avLst/>
          </a:prstGeom>
          <a:solidFill>
            <a:schemeClr val="bg1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25" name="Connettore 2 24"/>
          <p:cNvCxnSpPr/>
          <p:nvPr/>
        </p:nvCxnSpPr>
        <p:spPr>
          <a:xfrm flipH="1">
            <a:off x="5673615" y="4818605"/>
            <a:ext cx="844768" cy="1823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99240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6" name="Connettore 4 55"/>
          <p:cNvCxnSpPr/>
          <p:nvPr/>
        </p:nvCxnSpPr>
        <p:spPr>
          <a:xfrm rot="10800000">
            <a:off x="6367683" y="2206509"/>
            <a:ext cx="1810597" cy="2244137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Connettore 4 132"/>
          <p:cNvCxnSpPr/>
          <p:nvPr/>
        </p:nvCxnSpPr>
        <p:spPr>
          <a:xfrm flipV="1">
            <a:off x="3735784" y="2206508"/>
            <a:ext cx="1810599" cy="749213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ttangolo arrotondato 3"/>
          <p:cNvSpPr/>
          <p:nvPr/>
        </p:nvSpPr>
        <p:spPr>
          <a:xfrm>
            <a:off x="2498048" y="1775042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acceptIN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send notice</a:t>
            </a:r>
          </a:p>
        </p:txBody>
      </p:sp>
      <p:sp>
        <p:nvSpPr>
          <p:cNvPr id="5" name="Rettangolo arrotondato 4"/>
          <p:cNvSpPr/>
          <p:nvPr/>
        </p:nvSpPr>
        <p:spPr>
          <a:xfrm>
            <a:off x="2498046" y="2735505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informIN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SLOTNUM</a:t>
            </a:r>
          </a:p>
        </p:txBody>
      </p:sp>
      <p:sp>
        <p:nvSpPr>
          <p:cNvPr id="15" name="Rettangolo arrotondato 14"/>
          <p:cNvSpPr/>
          <p:nvPr/>
        </p:nvSpPr>
        <p:spPr>
          <a:xfrm>
            <a:off x="2498048" y="3482967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moveToIn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goto INDOOR</a:t>
            </a:r>
          </a:p>
        </p:txBody>
      </p:sp>
      <p:sp>
        <p:nvSpPr>
          <p:cNvPr id="16" name="Rettangolo arrotondato 15"/>
          <p:cNvSpPr/>
          <p:nvPr/>
        </p:nvSpPr>
        <p:spPr>
          <a:xfrm>
            <a:off x="2498048" y="4231755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receipt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TOKENID</a:t>
            </a:r>
          </a:p>
        </p:txBody>
      </p:sp>
      <p:sp>
        <p:nvSpPr>
          <p:cNvPr id="17" name="Rettangolo arrotondato 16"/>
          <p:cNvSpPr/>
          <p:nvPr/>
        </p:nvSpPr>
        <p:spPr>
          <a:xfrm>
            <a:off x="2498048" y="4977891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moveToSlotIn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goto SLOT</a:t>
            </a:r>
          </a:p>
        </p:txBody>
      </p:sp>
      <p:sp>
        <p:nvSpPr>
          <p:cNvPr id="19" name="Rettangolo arrotondato 18"/>
          <p:cNvSpPr/>
          <p:nvPr/>
        </p:nvSpPr>
        <p:spPr>
          <a:xfrm>
            <a:off x="7771865" y="1775042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acceptOUT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send notice</a:t>
            </a:r>
          </a:p>
        </p:txBody>
      </p:sp>
      <p:sp>
        <p:nvSpPr>
          <p:cNvPr id="21" name="Rettangolo arrotondato 20"/>
          <p:cNvSpPr/>
          <p:nvPr/>
        </p:nvSpPr>
        <p:spPr>
          <a:xfrm>
            <a:off x="5134955" y="1766077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moveToHome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/ 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goto HOME</a:t>
            </a:r>
          </a:p>
        </p:txBody>
      </p:sp>
      <p:sp>
        <p:nvSpPr>
          <p:cNvPr id="22" name="Rettangolo arrotondato 21"/>
          <p:cNvSpPr/>
          <p:nvPr/>
        </p:nvSpPr>
        <p:spPr>
          <a:xfrm>
            <a:off x="7771864" y="2735505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findSlot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CARSLOTNUM</a:t>
            </a:r>
          </a:p>
        </p:txBody>
      </p:sp>
      <p:sp>
        <p:nvSpPr>
          <p:cNvPr id="23" name="Rettangolo arrotondato 22"/>
          <p:cNvSpPr/>
          <p:nvPr/>
        </p:nvSpPr>
        <p:spPr>
          <a:xfrm>
            <a:off x="7771864" y="3484293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moveToSlotOut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goto SLOT</a:t>
            </a:r>
          </a:p>
        </p:txBody>
      </p:sp>
      <p:sp>
        <p:nvSpPr>
          <p:cNvPr id="25" name="Rettangolo arrotondato 24"/>
          <p:cNvSpPr/>
          <p:nvPr/>
        </p:nvSpPr>
        <p:spPr>
          <a:xfrm>
            <a:off x="7771863" y="4230429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moveToOut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goto OUTDOOR</a:t>
            </a:r>
          </a:p>
        </p:txBody>
      </p:sp>
      <p:cxnSp>
        <p:nvCxnSpPr>
          <p:cNvPr id="115" name="Connettore 4 114"/>
          <p:cNvCxnSpPr>
            <a:stCxn id="17" idx="3"/>
            <a:endCxn id="21" idx="2"/>
          </p:cNvCxnSpPr>
          <p:nvPr/>
        </p:nvCxnSpPr>
        <p:spPr>
          <a:xfrm flipV="1">
            <a:off x="4150669" y="2206508"/>
            <a:ext cx="1810597" cy="2991599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Connettore 2 136"/>
          <p:cNvCxnSpPr>
            <a:stCxn id="19" idx="2"/>
            <a:endCxn id="22" idx="0"/>
          </p:cNvCxnSpPr>
          <p:nvPr/>
        </p:nvCxnSpPr>
        <p:spPr>
          <a:xfrm flipH="1">
            <a:off x="8598175" y="2215473"/>
            <a:ext cx="1" cy="52003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Connettore 2 139"/>
          <p:cNvCxnSpPr>
            <a:stCxn id="22" idx="2"/>
            <a:endCxn id="23" idx="0"/>
          </p:cNvCxnSpPr>
          <p:nvPr/>
        </p:nvCxnSpPr>
        <p:spPr>
          <a:xfrm>
            <a:off x="8598175" y="3175936"/>
            <a:ext cx="0" cy="30835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Connettore 2 142"/>
          <p:cNvCxnSpPr>
            <a:stCxn id="23" idx="2"/>
            <a:endCxn id="25" idx="0"/>
          </p:cNvCxnSpPr>
          <p:nvPr/>
        </p:nvCxnSpPr>
        <p:spPr>
          <a:xfrm flipH="1">
            <a:off x="8598174" y="3924724"/>
            <a:ext cx="1" cy="30570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Connettore 2 145"/>
          <p:cNvCxnSpPr>
            <a:stCxn id="4" idx="2"/>
            <a:endCxn id="5" idx="0"/>
          </p:cNvCxnSpPr>
          <p:nvPr/>
        </p:nvCxnSpPr>
        <p:spPr>
          <a:xfrm flipH="1">
            <a:off x="3324357" y="2215473"/>
            <a:ext cx="2" cy="52003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Connettore 2 148"/>
          <p:cNvCxnSpPr>
            <a:stCxn id="5" idx="2"/>
            <a:endCxn id="15" idx="0"/>
          </p:cNvCxnSpPr>
          <p:nvPr/>
        </p:nvCxnSpPr>
        <p:spPr>
          <a:xfrm>
            <a:off x="3324357" y="3175936"/>
            <a:ext cx="2" cy="30703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Connettore 2 151"/>
          <p:cNvCxnSpPr>
            <a:stCxn id="15" idx="2"/>
            <a:endCxn id="16" idx="0"/>
          </p:cNvCxnSpPr>
          <p:nvPr/>
        </p:nvCxnSpPr>
        <p:spPr>
          <a:xfrm>
            <a:off x="3324359" y="3923398"/>
            <a:ext cx="0" cy="30835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Connettore 2 154"/>
          <p:cNvCxnSpPr>
            <a:stCxn id="16" idx="2"/>
            <a:endCxn id="17" idx="0"/>
          </p:cNvCxnSpPr>
          <p:nvPr/>
        </p:nvCxnSpPr>
        <p:spPr>
          <a:xfrm>
            <a:off x="3324359" y="4672186"/>
            <a:ext cx="0" cy="30570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CasellaDiTesto 29"/>
          <p:cNvSpPr txBox="1"/>
          <p:nvPr/>
        </p:nvSpPr>
        <p:spPr>
          <a:xfrm>
            <a:off x="1975911" y="3167783"/>
            <a:ext cx="13484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SLOTNUM&gt;0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31" name="CasellaDiTesto 30"/>
          <p:cNvSpPr txBox="1"/>
          <p:nvPr/>
        </p:nvSpPr>
        <p:spPr>
          <a:xfrm>
            <a:off x="4148563" y="2646939"/>
            <a:ext cx="13484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SLOTNUM=0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39" name="CasellaDiTesto 38"/>
          <p:cNvSpPr txBox="1"/>
          <p:nvPr/>
        </p:nvSpPr>
        <p:spPr>
          <a:xfrm>
            <a:off x="1552667" y="2216461"/>
            <a:ext cx="174919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slot available</a:t>
            </a:r>
          </a:p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INDOOR-area free</a:t>
            </a:r>
          </a:p>
        </p:txBody>
      </p:sp>
      <p:sp>
        <p:nvSpPr>
          <p:cNvPr id="40" name="CasellaDiTesto 39"/>
          <p:cNvSpPr txBox="1"/>
          <p:nvPr/>
        </p:nvSpPr>
        <p:spPr>
          <a:xfrm>
            <a:off x="6162958" y="1444730"/>
            <a:ext cx="23455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exit request w/ TOKENID</a:t>
            </a:r>
          </a:p>
        </p:txBody>
      </p:sp>
      <p:sp>
        <p:nvSpPr>
          <p:cNvPr id="84" name="CasellaDiTesto 83"/>
          <p:cNvSpPr txBox="1"/>
          <p:nvPr/>
        </p:nvSpPr>
        <p:spPr>
          <a:xfrm>
            <a:off x="2231240" y="3930805"/>
            <a:ext cx="1072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when done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86" name="CasellaDiTesto 85"/>
          <p:cNvSpPr txBox="1"/>
          <p:nvPr/>
        </p:nvSpPr>
        <p:spPr>
          <a:xfrm>
            <a:off x="2231240" y="4665359"/>
            <a:ext cx="1072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when done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87" name="CasellaDiTesto 86"/>
          <p:cNvSpPr txBox="1"/>
          <p:nvPr/>
        </p:nvSpPr>
        <p:spPr>
          <a:xfrm>
            <a:off x="4167608" y="4890329"/>
            <a:ext cx="1072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when done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88" name="CasellaDiTesto 87"/>
          <p:cNvSpPr txBox="1"/>
          <p:nvPr/>
        </p:nvSpPr>
        <p:spPr>
          <a:xfrm>
            <a:off x="8618562" y="3180429"/>
            <a:ext cx="2680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ε</a:t>
            </a:r>
            <a:endParaRPr lang="it-IT" sz="1400" dirty="0">
              <a:solidFill>
                <a:schemeClr val="accent1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95" name="CasellaDiTesto 94"/>
          <p:cNvSpPr txBox="1"/>
          <p:nvPr/>
        </p:nvSpPr>
        <p:spPr>
          <a:xfrm>
            <a:off x="8618562" y="3930804"/>
            <a:ext cx="1072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when done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96" name="CasellaDiTesto 95"/>
          <p:cNvSpPr txBox="1"/>
          <p:nvPr/>
        </p:nvSpPr>
        <p:spPr>
          <a:xfrm>
            <a:off x="6696974" y="4146183"/>
            <a:ext cx="1072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when done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54" name="CasellaDiTesto 53"/>
          <p:cNvSpPr txBox="1"/>
          <p:nvPr/>
        </p:nvSpPr>
        <p:spPr>
          <a:xfrm>
            <a:off x="3989620" y="1439678"/>
            <a:ext cx="12955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enter request</a:t>
            </a:r>
          </a:p>
        </p:txBody>
      </p:sp>
      <p:sp>
        <p:nvSpPr>
          <p:cNvPr id="55" name="CasellaDiTesto 54"/>
          <p:cNvSpPr txBox="1"/>
          <p:nvPr/>
        </p:nvSpPr>
        <p:spPr>
          <a:xfrm>
            <a:off x="8618562" y="2324545"/>
            <a:ext cx="19351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OUTDOOR-area free</a:t>
            </a:r>
          </a:p>
        </p:txBody>
      </p:sp>
      <p:cxnSp>
        <p:nvCxnSpPr>
          <p:cNvPr id="68" name="Connettore 2 67"/>
          <p:cNvCxnSpPr/>
          <p:nvPr/>
        </p:nvCxnSpPr>
        <p:spPr>
          <a:xfrm flipH="1">
            <a:off x="4150669" y="1859288"/>
            <a:ext cx="984286" cy="896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nettore 2 71"/>
          <p:cNvCxnSpPr/>
          <p:nvPr/>
        </p:nvCxnSpPr>
        <p:spPr>
          <a:xfrm flipV="1">
            <a:off x="4150669" y="2113298"/>
            <a:ext cx="984286" cy="896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CasellaDiTesto 75"/>
          <p:cNvSpPr txBox="1"/>
          <p:nvPr/>
        </p:nvSpPr>
        <p:spPr>
          <a:xfrm>
            <a:off x="4133730" y="2094686"/>
            <a:ext cx="5036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else</a:t>
            </a:r>
          </a:p>
        </p:txBody>
      </p:sp>
      <p:cxnSp>
        <p:nvCxnSpPr>
          <p:cNvPr id="77" name="Connettore 2 76"/>
          <p:cNvCxnSpPr/>
          <p:nvPr/>
        </p:nvCxnSpPr>
        <p:spPr>
          <a:xfrm flipH="1" flipV="1">
            <a:off x="6787576" y="2113298"/>
            <a:ext cx="984289" cy="896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ttore 2 80"/>
          <p:cNvCxnSpPr/>
          <p:nvPr/>
        </p:nvCxnSpPr>
        <p:spPr>
          <a:xfrm>
            <a:off x="6787576" y="1859288"/>
            <a:ext cx="984289" cy="896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asellaDiTesto 84"/>
          <p:cNvSpPr txBox="1"/>
          <p:nvPr/>
        </p:nvSpPr>
        <p:spPr>
          <a:xfrm>
            <a:off x="7266040" y="2111831"/>
            <a:ext cx="5036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else</a:t>
            </a:r>
          </a:p>
        </p:txBody>
      </p:sp>
    </p:spTree>
    <p:extLst>
      <p:ext uri="{BB962C8B-B14F-4D97-AF65-F5344CB8AC3E}">
        <p14:creationId xmlns:p14="http://schemas.microsoft.com/office/powerpoint/2010/main" val="2247136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e 3"/>
          <p:cNvSpPr/>
          <p:nvPr/>
        </p:nvSpPr>
        <p:spPr>
          <a:xfrm>
            <a:off x="3737252" y="4002284"/>
            <a:ext cx="1857403" cy="140152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Outdoor Sentinel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5" name="Triangolo isoscele 4"/>
          <p:cNvSpPr/>
          <p:nvPr/>
        </p:nvSpPr>
        <p:spPr>
          <a:xfrm rot="16200000">
            <a:off x="4450884" y="3816879"/>
            <a:ext cx="430138" cy="370809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" name="Rettangolo 5"/>
          <p:cNvSpPr/>
          <p:nvPr/>
        </p:nvSpPr>
        <p:spPr>
          <a:xfrm>
            <a:off x="3301618" y="4583535"/>
            <a:ext cx="714644" cy="339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7" name="Ovale 16"/>
          <p:cNvSpPr/>
          <p:nvPr/>
        </p:nvSpPr>
        <p:spPr>
          <a:xfrm>
            <a:off x="6769271" y="4002284"/>
            <a:ext cx="1857403" cy="140152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Temperature Sentinel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18" name="Triangolo isoscele 17"/>
          <p:cNvSpPr/>
          <p:nvPr/>
        </p:nvSpPr>
        <p:spPr>
          <a:xfrm rot="16200000">
            <a:off x="7482903" y="3816879"/>
            <a:ext cx="430138" cy="370809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9" name="Rettangolo 18"/>
          <p:cNvSpPr/>
          <p:nvPr/>
        </p:nvSpPr>
        <p:spPr>
          <a:xfrm>
            <a:off x="6333637" y="4583535"/>
            <a:ext cx="714644" cy="339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0" name="Ovale 19"/>
          <p:cNvSpPr/>
          <p:nvPr/>
        </p:nvSpPr>
        <p:spPr>
          <a:xfrm>
            <a:off x="3737251" y="1315220"/>
            <a:ext cx="1857403" cy="140152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Timer</a:t>
            </a:r>
          </a:p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Actor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22" name="Triangolo isoscele 21"/>
          <p:cNvSpPr/>
          <p:nvPr/>
        </p:nvSpPr>
        <p:spPr>
          <a:xfrm rot="16200000">
            <a:off x="4450883" y="1129815"/>
            <a:ext cx="430138" cy="370809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0" name="Rettangolo 29"/>
          <p:cNvSpPr/>
          <p:nvPr/>
        </p:nvSpPr>
        <p:spPr>
          <a:xfrm>
            <a:off x="3301617" y="1896471"/>
            <a:ext cx="714644" cy="339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31" name="Connettore 2 30"/>
          <p:cNvCxnSpPr/>
          <p:nvPr/>
        </p:nvCxnSpPr>
        <p:spPr>
          <a:xfrm flipH="1" flipV="1">
            <a:off x="4493434" y="2909342"/>
            <a:ext cx="1" cy="1011285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Figura a mano libera 31"/>
          <p:cNvSpPr/>
          <p:nvPr/>
        </p:nvSpPr>
        <p:spPr>
          <a:xfrm rot="5400000">
            <a:off x="4535020" y="3107943"/>
            <a:ext cx="990600" cy="638334"/>
          </a:xfrm>
          <a:custGeom>
            <a:avLst/>
            <a:gdLst>
              <a:gd name="connsiteX0" fmla="*/ 0 w 990600"/>
              <a:gd name="connsiteY0" fmla="*/ 439954 h 638334"/>
              <a:gd name="connsiteX1" fmla="*/ 314325 w 990600"/>
              <a:gd name="connsiteY1" fmla="*/ 439954 h 638334"/>
              <a:gd name="connsiteX2" fmla="*/ 390525 w 990600"/>
              <a:gd name="connsiteY2" fmla="*/ 1804 h 638334"/>
              <a:gd name="connsiteX3" fmla="*/ 571500 w 990600"/>
              <a:gd name="connsiteY3" fmla="*/ 630454 h 638334"/>
              <a:gd name="connsiteX4" fmla="*/ 685800 w 990600"/>
              <a:gd name="connsiteY4" fmla="*/ 354229 h 638334"/>
              <a:gd name="connsiteX5" fmla="*/ 990600 w 990600"/>
              <a:gd name="connsiteY5" fmla="*/ 344704 h 6383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90600" h="638334">
                <a:moveTo>
                  <a:pt x="0" y="439954"/>
                </a:moveTo>
                <a:cubicBezTo>
                  <a:pt x="124619" y="476466"/>
                  <a:pt x="249238" y="512979"/>
                  <a:pt x="314325" y="439954"/>
                </a:cubicBezTo>
                <a:cubicBezTo>
                  <a:pt x="379412" y="366929"/>
                  <a:pt x="347663" y="-29946"/>
                  <a:pt x="390525" y="1804"/>
                </a:cubicBezTo>
                <a:cubicBezTo>
                  <a:pt x="433387" y="33554"/>
                  <a:pt x="522288" y="571717"/>
                  <a:pt x="571500" y="630454"/>
                </a:cubicBezTo>
                <a:cubicBezTo>
                  <a:pt x="620713" y="689192"/>
                  <a:pt x="615950" y="401854"/>
                  <a:pt x="685800" y="354229"/>
                </a:cubicBezTo>
                <a:cubicBezTo>
                  <a:pt x="755650" y="306604"/>
                  <a:pt x="873125" y="325654"/>
                  <a:pt x="990600" y="344704"/>
                </a:cubicBezTo>
              </a:path>
            </a:pathLst>
          </a:custGeom>
          <a:noFill/>
          <a:ln w="15875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0828077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1149</TotalTime>
  <Words>124</Words>
  <Application>Microsoft Office PowerPoint</Application>
  <PresentationFormat>Widescreen</PresentationFormat>
  <Paragraphs>78</Paragraphs>
  <Slides>6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Century Schoolbook</vt:lpstr>
      <vt:lpstr>Tema di Office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Giacomo</dc:creator>
  <cp:lastModifiedBy>Giacomo</cp:lastModifiedBy>
  <cp:revision>78</cp:revision>
  <dcterms:created xsi:type="dcterms:W3CDTF">2021-03-22T10:16:42Z</dcterms:created>
  <dcterms:modified xsi:type="dcterms:W3CDTF">2021-06-22T09:13:52Z</dcterms:modified>
</cp:coreProperties>
</file>