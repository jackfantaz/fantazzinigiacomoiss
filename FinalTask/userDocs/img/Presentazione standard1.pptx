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9DBF3"/>
    <a:srgbClr val="F4BE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76" autoAdjust="0"/>
    <p:restoredTop sz="94660"/>
  </p:normalViewPr>
  <p:slideViewPr>
    <p:cSldViewPr snapToGrid="0">
      <p:cViewPr varScale="1">
        <p:scale>
          <a:sx n="54" d="100"/>
          <a:sy n="54" d="100"/>
        </p:scale>
        <p:origin x="72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5352F5-95C9-4F48-B46E-CDE88BF90C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0898ED1-3163-4F89-9ECA-B1AA81282E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5498266-FE8D-482E-8F82-E68FB1F9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5C4A5AB-5DD7-445E-98C1-06A5CF36B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5E9C53D-B83C-4DBB-9D92-04D45AA35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1747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5E7877-FFFB-419B-A940-E4F557732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8685E3-5E10-4EB5-BC6C-9DAFD94AE0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74FC60D-27D4-48C9-A2DE-DDBF39EBE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489403F-614F-4C97-9AF5-2278D86A2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24F5CDE-8056-41E2-9CD3-2A7692F0C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27440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C2B9C0-83D7-4268-B75B-3B6714A97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9E7184E-CF72-45CD-9E7C-3E14B1BF1C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2065E34-AA19-40D8-924D-B1A75569F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E6763F1-AC1A-4318-966D-31384DDAF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8788DE2-5148-467E-B4B7-A0610742E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1277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F7815F-E690-4D25-91CC-5BE4015C5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27D864-291F-4F03-82DE-90C543E69B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491B2C8-2CFD-4837-8C7D-EDC95B8AB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1F9D85BF-D29C-4888-AB69-79C97589E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908CEFF-8434-4DCF-9EB2-AAE9900A5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302C2C0-89AE-4C74-AD43-8077FF707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91444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AB16BF-1828-476C-AFBC-70A3F2FFF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EF331E3-581C-4A7E-85F5-1DB5B0F8C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A61280A-DA09-48E3-9CCD-5B54D9E0D2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9B4E2E4B-0C05-4068-9C86-0A2760A22D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B3D5D95-856E-48CE-97C4-A828AE52C7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19B5B35A-742A-41C6-AC6A-1CDFDD2C0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BD6AF197-4FEB-415D-AE50-228DF754E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9BE9239-0528-4D1B-8C1C-58EA1E67F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554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EB6D31-1089-4C63-B50A-DD26243D5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BF5D28EE-59CE-4584-BA30-6B817099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A13BCE6-350D-46B0-BBAD-24AA42AB6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5382100-2A57-48E4-9338-D18BCA7DF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79525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56EDA26-FE2B-4E97-A70D-DC8D70C0A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0A71480-AE93-404A-9F64-6B7D4E499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ADBA4A8-B86C-4581-9348-865A6AAF4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74792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68C69B1-C584-4E70-9A26-380727980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F59F3B-2D4D-4D23-8423-DA8C9229D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3BB7A5A-8524-40AE-B195-21AD73A9A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EBDD094-0285-4DC9-AC68-31BC7A117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5613BBA-4DA9-4165-968E-A0EECF98F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1F9B3A2-C24C-4658-B91A-8393DBD4F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98450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37291C-1B45-4199-8B48-AC85FF19F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DE55B41E-61BB-4EBD-A939-22A9A23C7D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597192F-6569-4997-833D-03A9F9BA3C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699238E-1F19-4DE2-B4AE-6B9DDBBDE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9D6FC4A-6929-46AF-A29F-45BB32093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F1D4C17-CA87-4DD8-ACDF-F5064D1CD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99638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35CB67-5D18-4451-B768-A4347B427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E7BA8DD-FADB-4FBF-A8BC-4F33154A1B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916B8D4-2F93-4B3C-BB8B-C48A6AE5F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228D4F7-6715-4B30-B64D-A65A82E62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D9EEF74-ED24-4209-AD6B-F7FAEE88B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0092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5CA0FCCF-551A-4159-9E90-5B52440A96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C840ABF-60AF-4001-9496-B11A8ED6F8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CE65712-B17F-4506-A35A-D94A12140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2431015-554C-4458-983E-763EAA3CD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51E85EF-8085-4BA8-9CEA-115EECDB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6245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7C986F4-5D5F-453F-A8AA-78B9D0BF9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B8816E2-2CCB-4A41-B63F-E97EDDF561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12E722C-4FBF-48CC-A865-683E83F403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2534727-916C-4936-8953-935F48E5D1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AC92367-989A-4388-8AE6-52AE169BB3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54447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>
            <a:extLst>
              <a:ext uri="{FF2B5EF4-FFF2-40B4-BE49-F238E27FC236}">
                <a16:creationId xmlns:a16="http://schemas.microsoft.com/office/drawing/2014/main" id="{AE0F0235-F687-401F-BE26-684920C4ECB4}"/>
              </a:ext>
            </a:extLst>
          </p:cNvPr>
          <p:cNvSpPr/>
          <p:nvPr/>
        </p:nvSpPr>
        <p:spPr>
          <a:xfrm>
            <a:off x="899184" y="2791877"/>
            <a:ext cx="1857403" cy="1636769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Thermometer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>
            <a:extLst>
              <a:ext uri="{FF2B5EF4-FFF2-40B4-BE49-F238E27FC236}">
                <a16:creationId xmlns:a16="http://schemas.microsoft.com/office/drawing/2014/main" id="{914288DA-991F-4C19-A5CE-E5CB0C0731F1}"/>
              </a:ext>
            </a:extLst>
          </p:cNvPr>
          <p:cNvSpPr/>
          <p:nvPr/>
        </p:nvSpPr>
        <p:spPr>
          <a:xfrm rot="16200000">
            <a:off x="1723857" y="2700627"/>
            <a:ext cx="334578" cy="182500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AD616CC5-B9E6-4B1F-9EDD-246A03CA3139}"/>
              </a:ext>
            </a:extLst>
          </p:cNvPr>
          <p:cNvSpPr/>
          <p:nvPr/>
        </p:nvSpPr>
        <p:spPr>
          <a:xfrm>
            <a:off x="617362" y="3457119"/>
            <a:ext cx="563643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Ovale 6">
            <a:extLst>
              <a:ext uri="{FF2B5EF4-FFF2-40B4-BE49-F238E27FC236}">
                <a16:creationId xmlns:a16="http://schemas.microsoft.com/office/drawing/2014/main" id="{89FC37F9-070A-4437-BCA4-685B862773B8}"/>
              </a:ext>
            </a:extLst>
          </p:cNvPr>
          <p:cNvSpPr/>
          <p:nvPr/>
        </p:nvSpPr>
        <p:spPr>
          <a:xfrm>
            <a:off x="9293085" y="4567434"/>
            <a:ext cx="1857403" cy="1636771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Transport Trolley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6403BA6C-73CA-4AD0-89FD-B22075ACF8A6}"/>
              </a:ext>
            </a:extLst>
          </p:cNvPr>
          <p:cNvSpPr/>
          <p:nvPr/>
        </p:nvSpPr>
        <p:spPr>
          <a:xfrm>
            <a:off x="8774404" y="5218529"/>
            <a:ext cx="774552" cy="33457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Ovale 13">
            <a:extLst>
              <a:ext uri="{FF2B5EF4-FFF2-40B4-BE49-F238E27FC236}">
                <a16:creationId xmlns:a16="http://schemas.microsoft.com/office/drawing/2014/main" id="{D730308E-50C2-4F0A-9A73-ABE09ACFC7BE}"/>
              </a:ext>
            </a:extLst>
          </p:cNvPr>
          <p:cNvSpPr/>
          <p:nvPr/>
        </p:nvSpPr>
        <p:spPr>
          <a:xfrm>
            <a:off x="806000" y="759713"/>
            <a:ext cx="1857403" cy="1636769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Weight Sensor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5" name="Triangolo isoscele 14">
            <a:extLst>
              <a:ext uri="{FF2B5EF4-FFF2-40B4-BE49-F238E27FC236}">
                <a16:creationId xmlns:a16="http://schemas.microsoft.com/office/drawing/2014/main" id="{92CE9E93-4516-46FF-BDA3-7E103FC05806}"/>
              </a:ext>
            </a:extLst>
          </p:cNvPr>
          <p:cNvSpPr/>
          <p:nvPr/>
        </p:nvSpPr>
        <p:spPr>
          <a:xfrm rot="16200000">
            <a:off x="1529450" y="668463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2A90512A-9E37-483C-B175-4E3EADE12D1A}"/>
              </a:ext>
            </a:extLst>
          </p:cNvPr>
          <p:cNvSpPr/>
          <p:nvPr/>
        </p:nvSpPr>
        <p:spPr>
          <a:xfrm>
            <a:off x="426473" y="1422486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Ovale 16">
            <a:extLst>
              <a:ext uri="{FF2B5EF4-FFF2-40B4-BE49-F238E27FC236}">
                <a16:creationId xmlns:a16="http://schemas.microsoft.com/office/drawing/2014/main" id="{61477D68-C5DB-4C9A-A5CE-C789181B086D}"/>
              </a:ext>
            </a:extLst>
          </p:cNvPr>
          <p:cNvSpPr/>
          <p:nvPr/>
        </p:nvSpPr>
        <p:spPr>
          <a:xfrm>
            <a:off x="9528597" y="611693"/>
            <a:ext cx="1857403" cy="163677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Fan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D0D196ED-8B3E-49CA-8474-7BC6D32F1734}"/>
              </a:ext>
            </a:extLst>
          </p:cNvPr>
          <p:cNvSpPr/>
          <p:nvPr/>
        </p:nvSpPr>
        <p:spPr>
          <a:xfrm>
            <a:off x="9092963" y="1192944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Ovale 22">
            <a:extLst>
              <a:ext uri="{FF2B5EF4-FFF2-40B4-BE49-F238E27FC236}">
                <a16:creationId xmlns:a16="http://schemas.microsoft.com/office/drawing/2014/main" id="{BBCA4ED2-540F-47F3-A6A9-2638DE17168D}"/>
              </a:ext>
            </a:extLst>
          </p:cNvPr>
          <p:cNvSpPr/>
          <p:nvPr/>
        </p:nvSpPr>
        <p:spPr>
          <a:xfrm>
            <a:off x="939594" y="4970206"/>
            <a:ext cx="1905929" cy="1636771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err="1">
                <a:solidFill>
                  <a:schemeClr val="tx1"/>
                </a:solidFill>
                <a:latin typeface="Century Schoolbook" panose="02040604050505020304" pitchFamily="18" charset="0"/>
              </a:rPr>
              <a:t>Outsonar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F21F5878-EC00-4196-A658-CC0F42AA5337}"/>
              </a:ext>
            </a:extLst>
          </p:cNvPr>
          <p:cNvSpPr/>
          <p:nvPr/>
        </p:nvSpPr>
        <p:spPr>
          <a:xfrm>
            <a:off x="503960" y="5551458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Triangolo isoscele 25">
            <a:extLst>
              <a:ext uri="{FF2B5EF4-FFF2-40B4-BE49-F238E27FC236}">
                <a16:creationId xmlns:a16="http://schemas.microsoft.com/office/drawing/2014/main" id="{9CAE1808-6BAC-4DE6-B88B-C7DF4498F972}"/>
              </a:ext>
            </a:extLst>
          </p:cNvPr>
          <p:cNvSpPr/>
          <p:nvPr/>
        </p:nvSpPr>
        <p:spPr>
          <a:xfrm rot="16200000">
            <a:off x="10302948" y="514679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7" name="Triangolo isoscele 26">
            <a:extLst>
              <a:ext uri="{FF2B5EF4-FFF2-40B4-BE49-F238E27FC236}">
                <a16:creationId xmlns:a16="http://schemas.microsoft.com/office/drawing/2014/main" id="{CC46F1F8-3ACE-4BB2-9921-DB49F6873A20}"/>
              </a:ext>
            </a:extLst>
          </p:cNvPr>
          <p:cNvSpPr/>
          <p:nvPr/>
        </p:nvSpPr>
        <p:spPr>
          <a:xfrm rot="16200000">
            <a:off x="10054498" y="4476184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8" name="Triangolo isoscele 27">
            <a:extLst>
              <a:ext uri="{FF2B5EF4-FFF2-40B4-BE49-F238E27FC236}">
                <a16:creationId xmlns:a16="http://schemas.microsoft.com/office/drawing/2014/main" id="{970D0960-8DAD-462C-AEB8-6084C9782178}"/>
              </a:ext>
            </a:extLst>
          </p:cNvPr>
          <p:cNvSpPr/>
          <p:nvPr/>
        </p:nvSpPr>
        <p:spPr>
          <a:xfrm rot="16200000">
            <a:off x="1723530" y="4878956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Ovale 28">
            <a:extLst>
              <a:ext uri="{FF2B5EF4-FFF2-40B4-BE49-F238E27FC236}">
                <a16:creationId xmlns:a16="http://schemas.microsoft.com/office/drawing/2014/main" id="{DF2514AF-7CB4-4E97-88AA-A7322A070659}"/>
              </a:ext>
            </a:extLst>
          </p:cNvPr>
          <p:cNvSpPr/>
          <p:nvPr/>
        </p:nvSpPr>
        <p:spPr>
          <a:xfrm>
            <a:off x="5167298" y="2507918"/>
            <a:ext cx="1857403" cy="1636769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Park Manager Service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30" name="Triangolo isoscele 29">
            <a:extLst>
              <a:ext uri="{FF2B5EF4-FFF2-40B4-BE49-F238E27FC236}">
                <a16:creationId xmlns:a16="http://schemas.microsoft.com/office/drawing/2014/main" id="{F00ED55C-50B1-4116-AE35-B24C0346EA9D}"/>
              </a:ext>
            </a:extLst>
          </p:cNvPr>
          <p:cNvSpPr/>
          <p:nvPr/>
        </p:nvSpPr>
        <p:spPr>
          <a:xfrm rot="16200000">
            <a:off x="5890748" y="2416668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0531960E-FB0B-47EF-9792-36C0BECA7830}"/>
              </a:ext>
            </a:extLst>
          </p:cNvPr>
          <p:cNvSpPr/>
          <p:nvPr/>
        </p:nvSpPr>
        <p:spPr>
          <a:xfrm>
            <a:off x="4787771" y="3170691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3" name="Connettore 2 32">
            <a:extLst>
              <a:ext uri="{FF2B5EF4-FFF2-40B4-BE49-F238E27FC236}">
                <a16:creationId xmlns:a16="http://schemas.microsoft.com/office/drawing/2014/main" id="{ABD3AF85-AC30-408D-B6E0-94354DFA2E74}"/>
              </a:ext>
            </a:extLst>
          </p:cNvPr>
          <p:cNvCxnSpPr>
            <a:cxnSpLocks/>
          </p:cNvCxnSpPr>
          <p:nvPr/>
        </p:nvCxnSpPr>
        <p:spPr>
          <a:xfrm flipV="1">
            <a:off x="7139812" y="1881291"/>
            <a:ext cx="1634592" cy="1027866"/>
          </a:xfrm>
          <a:prstGeom prst="straightConnector1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Connettore curvo 34">
            <a:extLst>
              <a:ext uri="{FF2B5EF4-FFF2-40B4-BE49-F238E27FC236}">
                <a16:creationId xmlns:a16="http://schemas.microsoft.com/office/drawing/2014/main" id="{21EAF4A3-F2E3-487E-9A41-3DC434EAC6F8}"/>
              </a:ext>
            </a:extLst>
          </p:cNvPr>
          <p:cNvCxnSpPr>
            <a:cxnSpLocks/>
          </p:cNvCxnSpPr>
          <p:nvPr/>
        </p:nvCxnSpPr>
        <p:spPr>
          <a:xfrm>
            <a:off x="2874087" y="1532168"/>
            <a:ext cx="1795304" cy="95932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ttore curvo 45">
            <a:extLst>
              <a:ext uri="{FF2B5EF4-FFF2-40B4-BE49-F238E27FC236}">
                <a16:creationId xmlns:a16="http://schemas.microsoft.com/office/drawing/2014/main" id="{12F5519C-DF22-40CA-9CAF-B9D174D5C6FE}"/>
              </a:ext>
            </a:extLst>
          </p:cNvPr>
          <p:cNvCxnSpPr>
            <a:cxnSpLocks/>
          </p:cNvCxnSpPr>
          <p:nvPr/>
        </p:nvCxnSpPr>
        <p:spPr>
          <a:xfrm flipV="1">
            <a:off x="2954639" y="3326303"/>
            <a:ext cx="1578922" cy="57193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ttore curvo 47">
            <a:extLst>
              <a:ext uri="{FF2B5EF4-FFF2-40B4-BE49-F238E27FC236}">
                <a16:creationId xmlns:a16="http://schemas.microsoft.com/office/drawing/2014/main" id="{2CB742AF-7339-4200-B324-CB07BDC935D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166791" y="4138419"/>
            <a:ext cx="1658771" cy="164157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ttore 2 53">
            <a:extLst>
              <a:ext uri="{FF2B5EF4-FFF2-40B4-BE49-F238E27FC236}">
                <a16:creationId xmlns:a16="http://schemas.microsoft.com/office/drawing/2014/main" id="{C15AF3BC-1C0A-43A9-9AD8-2F79B2E21BFE}"/>
              </a:ext>
            </a:extLst>
          </p:cNvPr>
          <p:cNvCxnSpPr>
            <a:cxnSpLocks/>
          </p:cNvCxnSpPr>
          <p:nvPr/>
        </p:nvCxnSpPr>
        <p:spPr>
          <a:xfrm>
            <a:off x="7253973" y="3550707"/>
            <a:ext cx="1950176" cy="877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ttore 2 55">
            <a:extLst>
              <a:ext uri="{FF2B5EF4-FFF2-40B4-BE49-F238E27FC236}">
                <a16:creationId xmlns:a16="http://schemas.microsoft.com/office/drawing/2014/main" id="{EED23620-F9A1-4F4D-9E14-506FFE826E62}"/>
              </a:ext>
            </a:extLst>
          </p:cNvPr>
          <p:cNvCxnSpPr>
            <a:cxnSpLocks/>
          </p:cNvCxnSpPr>
          <p:nvPr/>
        </p:nvCxnSpPr>
        <p:spPr>
          <a:xfrm flipH="1" flipV="1">
            <a:off x="7058974" y="3920809"/>
            <a:ext cx="2055618" cy="927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5365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>
            <a:extLst>
              <a:ext uri="{FF2B5EF4-FFF2-40B4-BE49-F238E27FC236}">
                <a16:creationId xmlns:a16="http://schemas.microsoft.com/office/drawing/2014/main" id="{1BEB7554-A0A5-4F1F-A789-3C445D500E5A}"/>
              </a:ext>
            </a:extLst>
          </p:cNvPr>
          <p:cNvSpPr/>
          <p:nvPr/>
        </p:nvSpPr>
        <p:spPr>
          <a:xfrm>
            <a:off x="3240625" y="3337813"/>
            <a:ext cx="1759400" cy="162788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ParkServiceGUI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>
            <a:extLst>
              <a:ext uri="{FF2B5EF4-FFF2-40B4-BE49-F238E27FC236}">
                <a16:creationId xmlns:a16="http://schemas.microsoft.com/office/drawing/2014/main" id="{592CD9F8-8068-4428-8533-A8AA806EB0D9}"/>
              </a:ext>
            </a:extLst>
          </p:cNvPr>
          <p:cNvSpPr/>
          <p:nvPr/>
        </p:nvSpPr>
        <p:spPr>
          <a:xfrm rot="16200000">
            <a:off x="3964074" y="3246563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277D41FB-163C-4D71-B25A-E3770FD89030}"/>
              </a:ext>
            </a:extLst>
          </p:cNvPr>
          <p:cNvSpPr/>
          <p:nvPr/>
        </p:nvSpPr>
        <p:spPr>
          <a:xfrm>
            <a:off x="2861097" y="4000586"/>
            <a:ext cx="631403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Ovale 6">
            <a:extLst>
              <a:ext uri="{FF2B5EF4-FFF2-40B4-BE49-F238E27FC236}">
                <a16:creationId xmlns:a16="http://schemas.microsoft.com/office/drawing/2014/main" id="{9DAA0F5C-2C1C-44B7-A24A-6D0D0880BBFE}"/>
              </a:ext>
            </a:extLst>
          </p:cNvPr>
          <p:cNvSpPr/>
          <p:nvPr/>
        </p:nvSpPr>
        <p:spPr>
          <a:xfrm>
            <a:off x="7473500" y="3337813"/>
            <a:ext cx="1759400" cy="162788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ParkServiceStatusGUI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8" name="Triangolo isoscele 7">
            <a:extLst>
              <a:ext uri="{FF2B5EF4-FFF2-40B4-BE49-F238E27FC236}">
                <a16:creationId xmlns:a16="http://schemas.microsoft.com/office/drawing/2014/main" id="{E86E2E90-B3C2-46BB-A608-158A737555D9}"/>
              </a:ext>
            </a:extLst>
          </p:cNvPr>
          <p:cNvSpPr/>
          <p:nvPr/>
        </p:nvSpPr>
        <p:spPr>
          <a:xfrm rot="16200000">
            <a:off x="8196950" y="3246563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BF62AD04-4612-4A74-B24C-6CA1ADBBDA69}"/>
              </a:ext>
            </a:extLst>
          </p:cNvPr>
          <p:cNvSpPr/>
          <p:nvPr/>
        </p:nvSpPr>
        <p:spPr>
          <a:xfrm>
            <a:off x="7081273" y="4000586"/>
            <a:ext cx="589527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A7B6D783-7850-4870-86BB-A07FC6C207E1}"/>
              </a:ext>
            </a:extLst>
          </p:cNvPr>
          <p:cNvCxnSpPr>
            <a:cxnSpLocks/>
          </p:cNvCxnSpPr>
          <p:nvPr/>
        </p:nvCxnSpPr>
        <p:spPr>
          <a:xfrm flipV="1">
            <a:off x="4106271" y="2372201"/>
            <a:ext cx="0" cy="85318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997AA375-0D43-4C63-B12B-B0A738D864CD}"/>
              </a:ext>
            </a:extLst>
          </p:cNvPr>
          <p:cNvCxnSpPr>
            <a:cxnSpLocks/>
          </p:cNvCxnSpPr>
          <p:nvPr/>
        </p:nvCxnSpPr>
        <p:spPr>
          <a:xfrm flipV="1">
            <a:off x="8360710" y="2372201"/>
            <a:ext cx="0" cy="85318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Rettangolo arrotondato 11">
            <a:extLst>
              <a:ext uri="{FF2B5EF4-FFF2-40B4-BE49-F238E27FC236}">
                <a16:creationId xmlns:a16="http://schemas.microsoft.com/office/drawing/2014/main" id="{97B2162A-1978-4832-9CC5-04AC4925CA23}"/>
              </a:ext>
            </a:extLst>
          </p:cNvPr>
          <p:cNvSpPr/>
          <p:nvPr/>
        </p:nvSpPr>
        <p:spPr>
          <a:xfrm>
            <a:off x="3014406" y="1709926"/>
            <a:ext cx="2233914" cy="66227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ParkServiceGUI</a:t>
            </a:r>
          </a:p>
        </p:txBody>
      </p:sp>
      <p:sp>
        <p:nvSpPr>
          <p:cNvPr id="20" name="Rettangolo arrotondato 11">
            <a:extLst>
              <a:ext uri="{FF2B5EF4-FFF2-40B4-BE49-F238E27FC236}">
                <a16:creationId xmlns:a16="http://schemas.microsoft.com/office/drawing/2014/main" id="{A508E0DF-9C36-42B4-88AB-3E8B953BEE69}"/>
              </a:ext>
            </a:extLst>
          </p:cNvPr>
          <p:cNvSpPr/>
          <p:nvPr/>
        </p:nvSpPr>
        <p:spPr>
          <a:xfrm>
            <a:off x="7257327" y="1709927"/>
            <a:ext cx="2233914" cy="66227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ParkServiceStatusGUI</a:t>
            </a:r>
          </a:p>
        </p:txBody>
      </p:sp>
    </p:spTree>
    <p:extLst>
      <p:ext uri="{BB962C8B-B14F-4D97-AF65-F5344CB8AC3E}">
        <p14:creationId xmlns:p14="http://schemas.microsoft.com/office/powerpoint/2010/main" val="2814015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ella 6">
            <a:extLst>
              <a:ext uri="{FF2B5EF4-FFF2-40B4-BE49-F238E27FC236}">
                <a16:creationId xmlns:a16="http://schemas.microsoft.com/office/drawing/2014/main" id="{301A12F6-26EB-4199-B2CE-9FDD899B0FA9}"/>
              </a:ext>
            </a:extLst>
          </p:cNvPr>
          <p:cNvGraphicFramePr>
            <a:graphicFrameLocks noGrp="1"/>
          </p:cNvGraphicFramePr>
          <p:nvPr/>
        </p:nvGraphicFramePr>
        <p:xfrm>
          <a:off x="308909" y="526526"/>
          <a:ext cx="10835640" cy="731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35640">
                  <a:extLst>
                    <a:ext uri="{9D8B030D-6E8A-4147-A177-3AD203B41FA5}">
                      <a16:colId xmlns:a16="http://schemas.microsoft.com/office/drawing/2014/main" val="3727766858"/>
                    </a:ext>
                  </a:extLst>
                </a:gridCol>
              </a:tblGrid>
              <a:tr h="731945">
                <a:tc>
                  <a:txBody>
                    <a:bodyPr/>
                    <a:lstStyle/>
                    <a:p>
                      <a:pPr algn="ctr"/>
                      <a:r>
                        <a:rPr lang="it-IT" sz="2400" dirty="0">
                          <a:solidFill>
                            <a:schemeClr val="tx1"/>
                          </a:solidFill>
                        </a:rPr>
                        <a:t>ParkServiceGUI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DD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6094122"/>
                  </a:ext>
                </a:extLst>
              </a:tr>
            </a:tbl>
          </a:graphicData>
        </a:graphic>
      </p:graphicFrame>
      <p:graphicFrame>
        <p:nvGraphicFramePr>
          <p:cNvPr id="13" name="Tabella 7">
            <a:extLst>
              <a:ext uri="{FF2B5EF4-FFF2-40B4-BE49-F238E27FC236}">
                <a16:creationId xmlns:a16="http://schemas.microsoft.com/office/drawing/2014/main" id="{F955E3D1-6A2F-40B1-BF7E-9CD498850BE6}"/>
              </a:ext>
            </a:extLst>
          </p:cNvPr>
          <p:cNvGraphicFramePr>
            <a:graphicFrameLocks noGrp="1"/>
          </p:cNvGraphicFramePr>
          <p:nvPr/>
        </p:nvGraphicFramePr>
        <p:xfrm>
          <a:off x="308908" y="1268877"/>
          <a:ext cx="10835640" cy="44988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35640">
                  <a:extLst>
                    <a:ext uri="{9D8B030D-6E8A-4147-A177-3AD203B41FA5}">
                      <a16:colId xmlns:a16="http://schemas.microsoft.com/office/drawing/2014/main" val="3806316732"/>
                    </a:ext>
                  </a:extLst>
                </a:gridCol>
              </a:tblGrid>
              <a:tr h="4498877">
                <a:tc>
                  <a:txBody>
                    <a:bodyPr/>
                    <a:lstStyle/>
                    <a:p>
                      <a:endParaRPr lang="it-IT" dirty="0"/>
                    </a:p>
                    <a:p>
                      <a:pPr algn="l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To find out if and which parking slot is free</a:t>
                      </a:r>
                      <a:endParaRPr lang="it-IT" sz="2000" dirty="0">
                        <a:solidFill>
                          <a:schemeClr val="tx1"/>
                        </a:solidFill>
                      </a:endParaRPr>
                    </a:p>
                    <a:p>
                      <a:endParaRPr lang="it-IT" dirty="0">
                        <a:solidFill>
                          <a:schemeClr val="tx1"/>
                        </a:solidFill>
                      </a:endParaRPr>
                    </a:p>
                    <a:p>
                      <a:endParaRPr lang="it-IT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it-IT" sz="2000" dirty="0">
                          <a:solidFill>
                            <a:schemeClr val="tx1"/>
                          </a:solidFill>
                        </a:rPr>
                        <a:t>To enter the car and to have the receipt with the TOKENID</a:t>
                      </a:r>
                    </a:p>
                    <a:p>
                      <a:pPr algn="ctr"/>
                      <a:endParaRPr lang="it-IT" sz="200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endParaRPr lang="it-IT" sz="200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it-IT" sz="2000" dirty="0">
                          <a:solidFill>
                            <a:schemeClr val="tx1"/>
                          </a:solidFill>
                        </a:rPr>
                        <a:t>To pick up the car from the parking-area through the TOKENID</a:t>
                      </a:r>
                    </a:p>
                    <a:p>
                      <a:pPr algn="l"/>
                      <a:endParaRPr lang="it-IT" sz="200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endParaRPr lang="it-IT" sz="200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endParaRPr lang="it-IT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6454526"/>
                  </a:ext>
                </a:extLst>
              </a:tr>
            </a:tbl>
          </a:graphicData>
        </a:graphic>
      </p:graphicFrame>
      <p:graphicFrame>
        <p:nvGraphicFramePr>
          <p:cNvPr id="2" name="Tabella 2">
            <a:extLst>
              <a:ext uri="{FF2B5EF4-FFF2-40B4-BE49-F238E27FC236}">
                <a16:creationId xmlns:a16="http://schemas.microsoft.com/office/drawing/2014/main" id="{37E84477-B387-465A-8FF3-FEAF563A2274}"/>
              </a:ext>
            </a:extLst>
          </p:cNvPr>
          <p:cNvGraphicFramePr>
            <a:graphicFrameLocks noGrp="1"/>
          </p:cNvGraphicFramePr>
          <p:nvPr/>
        </p:nvGraphicFramePr>
        <p:xfrm>
          <a:off x="7710862" y="1432672"/>
          <a:ext cx="2690441" cy="5302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0441">
                  <a:extLst>
                    <a:ext uri="{9D8B030D-6E8A-4147-A177-3AD203B41FA5}">
                      <a16:colId xmlns:a16="http://schemas.microsoft.com/office/drawing/2014/main" val="2889254930"/>
                    </a:ext>
                  </a:extLst>
                </a:gridCol>
              </a:tblGrid>
              <a:tr h="530298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PARKING SLOT</a:t>
                      </a:r>
                    </a:p>
                  </a:txBody>
                  <a:tcPr anchor="ctr">
                    <a:cell3D prstMaterial="dkEdge">
                      <a:bevel prst="artDeco"/>
                      <a:lightRig rig="flood" dir="t"/>
                    </a:cell3D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8475739"/>
                  </a:ext>
                </a:extLst>
              </a:tr>
            </a:tbl>
          </a:graphicData>
        </a:graphic>
      </p:graphicFrame>
      <p:graphicFrame>
        <p:nvGraphicFramePr>
          <p:cNvPr id="14" name="Tabella 2">
            <a:extLst>
              <a:ext uri="{FF2B5EF4-FFF2-40B4-BE49-F238E27FC236}">
                <a16:creationId xmlns:a16="http://schemas.microsoft.com/office/drawing/2014/main" id="{53641FDF-414B-44A2-A27D-C09290F1BACC}"/>
              </a:ext>
            </a:extLst>
          </p:cNvPr>
          <p:cNvGraphicFramePr>
            <a:graphicFrameLocks noGrp="1"/>
          </p:cNvGraphicFramePr>
          <p:nvPr/>
        </p:nvGraphicFramePr>
        <p:xfrm>
          <a:off x="7710862" y="2296937"/>
          <a:ext cx="2690441" cy="5302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0441">
                  <a:extLst>
                    <a:ext uri="{9D8B030D-6E8A-4147-A177-3AD203B41FA5}">
                      <a16:colId xmlns:a16="http://schemas.microsoft.com/office/drawing/2014/main" val="2889254930"/>
                    </a:ext>
                  </a:extLst>
                </a:gridCol>
              </a:tblGrid>
              <a:tr h="530298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CARENTER</a:t>
                      </a:r>
                    </a:p>
                  </a:txBody>
                  <a:tcPr anchor="ctr">
                    <a:cell3D prstMaterial="dkEdge">
                      <a:bevel prst="artDeco"/>
                      <a:lightRig rig="flood" dir="t"/>
                    </a:cell3D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8475739"/>
                  </a:ext>
                </a:extLst>
              </a:tr>
            </a:tbl>
          </a:graphicData>
        </a:graphic>
      </p:graphicFrame>
      <p:graphicFrame>
        <p:nvGraphicFramePr>
          <p:cNvPr id="15" name="Tabella 2">
            <a:extLst>
              <a:ext uri="{FF2B5EF4-FFF2-40B4-BE49-F238E27FC236}">
                <a16:creationId xmlns:a16="http://schemas.microsoft.com/office/drawing/2014/main" id="{1A27E12F-0DFC-4BF4-B496-3E07575F3D69}"/>
              </a:ext>
            </a:extLst>
          </p:cNvPr>
          <p:cNvGraphicFramePr>
            <a:graphicFrameLocks noGrp="1"/>
          </p:cNvGraphicFramePr>
          <p:nvPr/>
        </p:nvGraphicFramePr>
        <p:xfrm>
          <a:off x="7710862" y="3161433"/>
          <a:ext cx="2690441" cy="5302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0441">
                  <a:extLst>
                    <a:ext uri="{9D8B030D-6E8A-4147-A177-3AD203B41FA5}">
                      <a16:colId xmlns:a16="http://schemas.microsoft.com/office/drawing/2014/main" val="2889254930"/>
                    </a:ext>
                  </a:extLst>
                </a:gridCol>
              </a:tblGrid>
              <a:tr h="530298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PICK UP THE CAR</a:t>
                      </a:r>
                    </a:p>
                  </a:txBody>
                  <a:tcPr anchor="ctr">
                    <a:cell3D prstMaterial="dkEdge">
                      <a:bevel prst="artDeco"/>
                      <a:lightRig rig="flood" dir="t"/>
                    </a:cell3D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8475739"/>
                  </a:ext>
                </a:extLst>
              </a:tr>
            </a:tbl>
          </a:graphicData>
        </a:graphic>
      </p:graphicFrame>
      <p:graphicFrame>
        <p:nvGraphicFramePr>
          <p:cNvPr id="3" name="Tabella 3">
            <a:extLst>
              <a:ext uri="{FF2B5EF4-FFF2-40B4-BE49-F238E27FC236}">
                <a16:creationId xmlns:a16="http://schemas.microsoft.com/office/drawing/2014/main" id="{4FF590EF-956A-4096-90A8-E3357E153296}"/>
              </a:ext>
            </a:extLst>
          </p:cNvPr>
          <p:cNvGraphicFramePr>
            <a:graphicFrameLocks noGrp="1"/>
          </p:cNvGraphicFramePr>
          <p:nvPr/>
        </p:nvGraphicFramePr>
        <p:xfrm>
          <a:off x="519723" y="4236588"/>
          <a:ext cx="6490677" cy="11396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6490677">
                  <a:extLst>
                    <a:ext uri="{9D8B030D-6E8A-4147-A177-3AD203B41FA5}">
                      <a16:colId xmlns:a16="http://schemas.microsoft.com/office/drawing/2014/main" val="3261371967"/>
                    </a:ext>
                  </a:extLst>
                </a:gridCol>
              </a:tblGrid>
              <a:tr h="1139691"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:  SLOTNUM = 3 </a:t>
                      </a:r>
                      <a:r>
                        <a:rPr lang="it-IT" dirty="0">
                          <a:solidFill>
                            <a:schemeClr val="bg2">
                              <a:lumMod val="75000"/>
                            </a:schemeClr>
                          </a:solidFill>
                        </a:rPr>
                        <a:t>(example)</a:t>
                      </a:r>
                      <a:endParaRPr lang="it-IT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1770107"/>
                  </a:ext>
                </a:extLst>
              </a:tr>
            </a:tbl>
          </a:graphicData>
        </a:graphic>
      </p:graphicFrame>
      <p:graphicFrame>
        <p:nvGraphicFramePr>
          <p:cNvPr id="4" name="Tabella 4">
            <a:extLst>
              <a:ext uri="{FF2B5EF4-FFF2-40B4-BE49-F238E27FC236}">
                <a16:creationId xmlns:a16="http://schemas.microsoft.com/office/drawing/2014/main" id="{3982C712-1E7B-4203-A15C-2B8F0483CDDA}"/>
              </a:ext>
            </a:extLst>
          </p:cNvPr>
          <p:cNvGraphicFramePr>
            <a:graphicFrameLocks noGrp="1"/>
          </p:cNvGraphicFramePr>
          <p:nvPr/>
        </p:nvGraphicFramePr>
        <p:xfrm>
          <a:off x="7710862" y="3713664"/>
          <a:ext cx="2690441" cy="82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0441">
                  <a:extLst>
                    <a:ext uri="{9D8B030D-6E8A-4147-A177-3AD203B41FA5}">
                      <a16:colId xmlns:a16="http://schemas.microsoft.com/office/drawing/2014/main" val="1590143792"/>
                    </a:ext>
                  </a:extLst>
                </a:gridCol>
              </a:tblGrid>
              <a:tr h="823168"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Insert the TOKENID here</a:t>
                      </a:r>
                    </a:p>
                    <a:p>
                      <a:r>
                        <a:rPr lang="it-IT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: 1234 </a:t>
                      </a:r>
                      <a:r>
                        <a:rPr lang="it-IT" dirty="0">
                          <a:solidFill>
                            <a:schemeClr val="bg2">
                              <a:lumMod val="75000"/>
                            </a:schemeClr>
                          </a:solidFill>
                        </a:rPr>
                        <a:t>(example)</a:t>
                      </a:r>
                      <a:endParaRPr lang="it-IT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93677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99638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a 6">
            <a:extLst>
              <a:ext uri="{FF2B5EF4-FFF2-40B4-BE49-F238E27FC236}">
                <a16:creationId xmlns:a16="http://schemas.microsoft.com/office/drawing/2014/main" id="{21D5D8AA-F5C2-4332-91DF-1781495B1002}"/>
              </a:ext>
            </a:extLst>
          </p:cNvPr>
          <p:cNvGraphicFramePr>
            <a:graphicFrameLocks noGrp="1"/>
          </p:cNvGraphicFramePr>
          <p:nvPr/>
        </p:nvGraphicFramePr>
        <p:xfrm>
          <a:off x="571500" y="525209"/>
          <a:ext cx="10835640" cy="731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35640">
                  <a:extLst>
                    <a:ext uri="{9D8B030D-6E8A-4147-A177-3AD203B41FA5}">
                      <a16:colId xmlns:a16="http://schemas.microsoft.com/office/drawing/2014/main" val="3727766858"/>
                    </a:ext>
                  </a:extLst>
                </a:gridCol>
              </a:tblGrid>
              <a:tr h="731945">
                <a:tc>
                  <a:txBody>
                    <a:bodyPr/>
                    <a:lstStyle/>
                    <a:p>
                      <a:pPr algn="ctr"/>
                      <a:r>
                        <a:rPr lang="it-IT" sz="2400" dirty="0">
                          <a:solidFill>
                            <a:schemeClr val="tx1"/>
                          </a:solidFill>
                        </a:rPr>
                        <a:t>ParkServiceStatusGUI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DD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6094122"/>
                  </a:ext>
                </a:extLst>
              </a:tr>
            </a:tbl>
          </a:graphicData>
        </a:graphic>
      </p:graphicFrame>
      <p:graphicFrame>
        <p:nvGraphicFramePr>
          <p:cNvPr id="7" name="Tabella 7">
            <a:extLst>
              <a:ext uri="{FF2B5EF4-FFF2-40B4-BE49-F238E27FC236}">
                <a16:creationId xmlns:a16="http://schemas.microsoft.com/office/drawing/2014/main" id="{540319CA-9670-4658-A005-01EF0478FAE2}"/>
              </a:ext>
            </a:extLst>
          </p:cNvPr>
          <p:cNvGraphicFramePr>
            <a:graphicFrameLocks noGrp="1"/>
          </p:cNvGraphicFramePr>
          <p:nvPr/>
        </p:nvGraphicFramePr>
        <p:xfrm>
          <a:off x="571500" y="1266543"/>
          <a:ext cx="10835640" cy="52604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35640">
                  <a:extLst>
                    <a:ext uri="{9D8B030D-6E8A-4147-A177-3AD203B41FA5}">
                      <a16:colId xmlns:a16="http://schemas.microsoft.com/office/drawing/2014/main" val="3806316732"/>
                    </a:ext>
                  </a:extLst>
                </a:gridCol>
              </a:tblGrid>
              <a:tr h="5260412">
                <a:tc>
                  <a:txBody>
                    <a:bodyPr/>
                    <a:lstStyle/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r>
                        <a:rPr lang="it-IT" sz="2000" dirty="0"/>
                        <a:t>         </a:t>
                      </a:r>
                      <a:r>
                        <a:rPr lang="it-IT" sz="2000" dirty="0">
                          <a:solidFill>
                            <a:schemeClr val="tx1"/>
                          </a:solidFill>
                        </a:rPr>
                        <a:t>Parking-area status</a:t>
                      </a:r>
                      <a:endParaRPr lang="it-IT" sz="2000" dirty="0"/>
                    </a:p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r>
                        <a:rPr lang="it-IT" dirty="0"/>
                        <a:t>      </a:t>
                      </a:r>
                    </a:p>
                    <a:p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      </a:t>
                      </a:r>
                      <a:r>
                        <a:rPr lang="it-IT" sz="2000" dirty="0">
                          <a:solidFill>
                            <a:schemeClr val="tx1"/>
                          </a:solidFill>
                        </a:rPr>
                        <a:t>Transport trolley status</a:t>
                      </a:r>
                      <a:endParaRPr lang="it-IT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6454526"/>
                  </a:ext>
                </a:extLst>
              </a:tr>
            </a:tbl>
          </a:graphicData>
        </a:graphic>
      </p:graphicFrame>
      <p:graphicFrame>
        <p:nvGraphicFramePr>
          <p:cNvPr id="11" name="Tabella 11">
            <a:extLst>
              <a:ext uri="{FF2B5EF4-FFF2-40B4-BE49-F238E27FC236}">
                <a16:creationId xmlns:a16="http://schemas.microsoft.com/office/drawing/2014/main" id="{17E886DD-4CEC-4B21-BE3F-04CBADCF6041}"/>
              </a:ext>
            </a:extLst>
          </p:cNvPr>
          <p:cNvGraphicFramePr>
            <a:graphicFrameLocks noGrp="1"/>
          </p:cNvGraphicFramePr>
          <p:nvPr/>
        </p:nvGraphicFramePr>
        <p:xfrm>
          <a:off x="1062990" y="2334706"/>
          <a:ext cx="2288540" cy="20235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270">
                  <a:extLst>
                    <a:ext uri="{9D8B030D-6E8A-4147-A177-3AD203B41FA5}">
                      <a16:colId xmlns:a16="http://schemas.microsoft.com/office/drawing/2014/main" val="2383512549"/>
                    </a:ext>
                  </a:extLst>
                </a:gridCol>
                <a:gridCol w="1144270">
                  <a:extLst>
                    <a:ext uri="{9D8B030D-6E8A-4147-A177-3AD203B41FA5}">
                      <a16:colId xmlns:a16="http://schemas.microsoft.com/office/drawing/2014/main" val="2000349425"/>
                    </a:ext>
                  </a:extLst>
                </a:gridCol>
              </a:tblGrid>
              <a:tr h="674511"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h="50800" prst="divot"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h="50800" prst="divot"/>
                      <a:lightRig rig="flood" dir="t"/>
                    </a:cell3D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836177"/>
                  </a:ext>
                </a:extLst>
              </a:tr>
              <a:tr h="674511"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h="50800" prst="divot"/>
                      <a:lightRig rig="flood" dir="t"/>
                    </a:cell3D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h="50800" prst="divot"/>
                      <a:lightRig rig="flood" dir="t"/>
                    </a:cell3D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060090"/>
                  </a:ext>
                </a:extLst>
              </a:tr>
              <a:tr h="674511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h="50800" prst="divot"/>
                      <a:lightRig rig="flood" dir="t"/>
                    </a:cell3D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h="50800" prst="divot"/>
                      <a:lightRig rig="flood" dir="t"/>
                    </a:cell3D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5829827"/>
                  </a:ext>
                </a:extLst>
              </a:tr>
            </a:tbl>
          </a:graphicData>
        </a:graphic>
      </p:graphicFrame>
      <p:graphicFrame>
        <p:nvGraphicFramePr>
          <p:cNvPr id="12" name="Tabella 12">
            <a:extLst>
              <a:ext uri="{FF2B5EF4-FFF2-40B4-BE49-F238E27FC236}">
                <a16:creationId xmlns:a16="http://schemas.microsoft.com/office/drawing/2014/main" id="{5DC371E1-2200-4FE7-B75B-932BA3B9FBC6}"/>
              </a:ext>
            </a:extLst>
          </p:cNvPr>
          <p:cNvGraphicFramePr>
            <a:graphicFrameLocks noGrp="1"/>
          </p:cNvGraphicFramePr>
          <p:nvPr/>
        </p:nvGraphicFramePr>
        <p:xfrm>
          <a:off x="925830" y="5426402"/>
          <a:ext cx="2654300" cy="6240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4300">
                  <a:extLst>
                    <a:ext uri="{9D8B030D-6E8A-4147-A177-3AD203B41FA5}">
                      <a16:colId xmlns:a16="http://schemas.microsoft.com/office/drawing/2014/main" val="3390040938"/>
                    </a:ext>
                  </a:extLst>
                </a:gridCol>
              </a:tblGrid>
              <a:tr h="624028">
                <a:tc>
                  <a:txBody>
                    <a:bodyPr/>
                    <a:lstStyle/>
                    <a:p>
                      <a:pPr algn="ctr"/>
                      <a:r>
                        <a:rPr lang="it-IT" b="1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Working </a:t>
                      </a:r>
                      <a:r>
                        <a:rPr lang="it-IT" b="0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(example)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8668057"/>
                  </a:ext>
                </a:extLst>
              </a:tr>
            </a:tbl>
          </a:graphicData>
        </a:graphic>
      </p:graphicFrame>
      <p:graphicFrame>
        <p:nvGraphicFramePr>
          <p:cNvPr id="13" name="Tabella 13">
            <a:extLst>
              <a:ext uri="{FF2B5EF4-FFF2-40B4-BE49-F238E27FC236}">
                <a16:creationId xmlns:a16="http://schemas.microsoft.com/office/drawing/2014/main" id="{B123343F-29F0-4768-B086-31ED2099CC41}"/>
              </a:ext>
            </a:extLst>
          </p:cNvPr>
          <p:cNvGraphicFramePr>
            <a:graphicFrameLocks noGrp="1"/>
          </p:cNvGraphicFramePr>
          <p:nvPr/>
        </p:nvGraphicFramePr>
        <p:xfrm>
          <a:off x="4552315" y="1569074"/>
          <a:ext cx="5934710" cy="30072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34710">
                  <a:extLst>
                    <a:ext uri="{9D8B030D-6E8A-4147-A177-3AD203B41FA5}">
                      <a16:colId xmlns:a16="http://schemas.microsoft.com/office/drawing/2014/main" val="3991991676"/>
                    </a:ext>
                  </a:extLst>
                </a:gridCol>
              </a:tblGrid>
              <a:tr h="3007201">
                <a:tc>
                  <a:txBody>
                    <a:bodyPr/>
                    <a:lstStyle/>
                    <a:p>
                      <a:r>
                        <a:rPr lang="it-IT" sz="2000" dirty="0">
                          <a:solidFill>
                            <a:schemeClr val="tx1"/>
                          </a:solidFill>
                        </a:rPr>
                        <a:t>Temperature of parking-area:  </a:t>
                      </a:r>
                      <a:r>
                        <a:rPr lang="it-IT" sz="1800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34° </a:t>
                      </a:r>
                      <a:r>
                        <a:rPr lang="it-IT" sz="1800" b="0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(example) </a:t>
                      </a:r>
                      <a:r>
                        <a:rPr lang="it-IT" sz="1800" b="1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it-IT" sz="1800" b="1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[TMAX=35°]</a:t>
                      </a:r>
                    </a:p>
                    <a:p>
                      <a:endParaRPr lang="it-IT" sz="1800" b="0" i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  <a:p>
                      <a:r>
                        <a:rPr lang="it-IT" sz="2000" i="0" dirty="0">
                          <a:solidFill>
                            <a:schemeClr val="tx1"/>
                          </a:solidFill>
                        </a:rPr>
                        <a:t>Fan status: </a:t>
                      </a:r>
                      <a:r>
                        <a:rPr lang="it-IT" sz="180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    </a:t>
                      </a:r>
                      <a:r>
                        <a:rPr lang="it-IT" sz="1800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STOP   </a:t>
                      </a:r>
                      <a:r>
                        <a:rPr lang="it-IT" sz="1800" b="0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(example)</a:t>
                      </a:r>
                    </a:p>
                    <a:p>
                      <a:endParaRPr lang="it-IT" sz="2000" i="0" dirty="0">
                        <a:solidFill>
                          <a:schemeClr val="tx1"/>
                        </a:solidFill>
                      </a:endParaRPr>
                    </a:p>
                    <a:p>
                      <a:endParaRPr lang="it-IT" sz="2000" i="0" dirty="0">
                        <a:solidFill>
                          <a:schemeClr val="tx1"/>
                        </a:solidFill>
                      </a:endParaRPr>
                    </a:p>
                    <a:p>
                      <a:endParaRPr lang="it-IT" sz="2000" i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000" i="0" dirty="0">
                          <a:solidFill>
                            <a:schemeClr val="tx1"/>
                          </a:solidFill>
                        </a:rPr>
                        <a:t>Transport trolley:     </a:t>
                      </a:r>
                      <a:r>
                        <a:rPr lang="it-IT" sz="1800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START   </a:t>
                      </a:r>
                      <a:r>
                        <a:rPr lang="it-IT" sz="1800" b="0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(example)</a:t>
                      </a:r>
                    </a:p>
                    <a:p>
                      <a:endParaRPr lang="it-IT" sz="2000" i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134613"/>
                  </a:ext>
                </a:extLst>
              </a:tr>
            </a:tbl>
          </a:graphicData>
        </a:graphic>
      </p:graphicFrame>
      <p:graphicFrame>
        <p:nvGraphicFramePr>
          <p:cNvPr id="14" name="Tabella 14">
            <a:extLst>
              <a:ext uri="{FF2B5EF4-FFF2-40B4-BE49-F238E27FC236}">
                <a16:creationId xmlns:a16="http://schemas.microsoft.com/office/drawing/2014/main" id="{CDC0611D-311F-4DCD-9153-EDD3FDEEAA99}"/>
              </a:ext>
            </a:extLst>
          </p:cNvPr>
          <p:cNvGraphicFramePr>
            <a:graphicFrameLocks noGrp="1"/>
          </p:cNvGraphicFramePr>
          <p:nvPr/>
        </p:nvGraphicFramePr>
        <p:xfrm>
          <a:off x="4306570" y="5098268"/>
          <a:ext cx="6734810" cy="1050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34810">
                  <a:extLst>
                    <a:ext uri="{9D8B030D-6E8A-4147-A177-3AD203B41FA5}">
                      <a16:colId xmlns:a16="http://schemas.microsoft.com/office/drawing/2014/main" val="2930059785"/>
                    </a:ext>
                  </a:extLst>
                </a:gridCol>
              </a:tblGrid>
              <a:tr h="1050449">
                <a:tc>
                  <a:txBody>
                    <a:bodyPr/>
                    <a:lstStyle/>
                    <a:p>
                      <a:r>
                        <a:rPr lang="it-IT" sz="2000" dirty="0">
                          <a:solidFill>
                            <a:schemeClr val="tx1"/>
                          </a:solidFill>
                          <a:latin typeface="Baskerville Old Face" panose="02020602080505020303" pitchFamily="18" charset="0"/>
                        </a:rPr>
                        <a:t>ALARMS           </a:t>
                      </a:r>
                      <a:r>
                        <a:rPr lang="it-IT" dirty="0">
                          <a:solidFill>
                            <a:schemeClr val="tx1"/>
                          </a:solidFill>
                          <a:latin typeface="Baskerville Old Face" panose="02020602080505020303" pitchFamily="18" charset="0"/>
                        </a:rPr>
                        <a:t> </a:t>
                      </a:r>
                    </a:p>
                    <a:p>
                      <a:pPr algn="ctr"/>
                      <a:r>
                        <a:rPr lang="it-IT" sz="2000" b="1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skerville Old Face" panose="02020602080505020303" pitchFamily="18" charset="0"/>
                        </a:rPr>
                        <a:t>Temperature too hot!  </a:t>
                      </a:r>
                      <a:r>
                        <a:rPr lang="it-IT" sz="2000" b="0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skerville Old Face" panose="02020602080505020303" pitchFamily="18" charset="0"/>
                        </a:rPr>
                        <a:t>(example)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7356458"/>
                  </a:ext>
                </a:extLst>
              </a:tr>
            </a:tbl>
          </a:graphicData>
        </a:graphic>
      </p:graphicFrame>
      <p:graphicFrame>
        <p:nvGraphicFramePr>
          <p:cNvPr id="16" name="Tabella 7">
            <a:extLst>
              <a:ext uri="{FF2B5EF4-FFF2-40B4-BE49-F238E27FC236}">
                <a16:creationId xmlns:a16="http://schemas.microsoft.com/office/drawing/2014/main" id="{2CAD3980-22F1-4F8D-BE35-A203847F0A23}"/>
              </a:ext>
            </a:extLst>
          </p:cNvPr>
          <p:cNvGraphicFramePr>
            <a:graphicFrameLocks noGrp="1"/>
          </p:cNvGraphicFramePr>
          <p:nvPr/>
        </p:nvGraphicFramePr>
        <p:xfrm>
          <a:off x="7799389" y="3895869"/>
          <a:ext cx="1703070" cy="4790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3070">
                  <a:extLst>
                    <a:ext uri="{9D8B030D-6E8A-4147-A177-3AD203B41FA5}">
                      <a16:colId xmlns:a16="http://schemas.microsoft.com/office/drawing/2014/main" val="2449920317"/>
                    </a:ext>
                  </a:extLst>
                </a:gridCol>
              </a:tblGrid>
              <a:tr h="479062">
                <a:tc>
                  <a:txBody>
                    <a:bodyPr/>
                    <a:lstStyle/>
                    <a:p>
                      <a:pPr algn="ctr"/>
                      <a:r>
                        <a:rPr lang="it-IT" b="0" dirty="0">
                          <a:solidFill>
                            <a:schemeClr val="tx1"/>
                          </a:solidFill>
                        </a:rPr>
                        <a:t>STOP</a:t>
                      </a:r>
                      <a:endParaRPr lang="it-IT" b="0" dirty="0"/>
                    </a:p>
                  </a:txBody>
                  <a:tcPr anchor="ctr">
                    <a:cell3D prstMaterial="dkEdge">
                      <a:bevel prst="artDeco"/>
                      <a:lightRig rig="flood" dir="t"/>
                    </a:cell3D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720492"/>
                  </a:ext>
                </a:extLst>
              </a:tr>
            </a:tbl>
          </a:graphicData>
        </a:graphic>
      </p:graphicFrame>
      <p:graphicFrame>
        <p:nvGraphicFramePr>
          <p:cNvPr id="17" name="Tabella 7">
            <a:extLst>
              <a:ext uri="{FF2B5EF4-FFF2-40B4-BE49-F238E27FC236}">
                <a16:creationId xmlns:a16="http://schemas.microsoft.com/office/drawing/2014/main" id="{B739EC67-1F19-480E-A54D-94D3C96946E1}"/>
              </a:ext>
            </a:extLst>
          </p:cNvPr>
          <p:cNvGraphicFramePr>
            <a:graphicFrameLocks noGrp="1"/>
          </p:cNvGraphicFramePr>
          <p:nvPr/>
        </p:nvGraphicFramePr>
        <p:xfrm>
          <a:off x="6771006" y="2748054"/>
          <a:ext cx="1430337" cy="4208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0337">
                  <a:extLst>
                    <a:ext uri="{9D8B030D-6E8A-4147-A177-3AD203B41FA5}">
                      <a16:colId xmlns:a16="http://schemas.microsoft.com/office/drawing/2014/main" val="2449920317"/>
                    </a:ext>
                  </a:extLst>
                </a:gridCol>
              </a:tblGrid>
              <a:tr h="420801">
                <a:tc>
                  <a:txBody>
                    <a:bodyPr/>
                    <a:lstStyle/>
                    <a:p>
                      <a:pPr algn="ctr"/>
                      <a:r>
                        <a:rPr lang="it-IT" b="0" dirty="0">
                          <a:solidFill>
                            <a:schemeClr val="tx1"/>
                          </a:solidFill>
                        </a:rPr>
                        <a:t>STOP</a:t>
                      </a:r>
                      <a:endParaRPr lang="it-IT" b="0" dirty="0"/>
                    </a:p>
                  </a:txBody>
                  <a:tcPr anchor="ctr">
                    <a:cell3D prstMaterial="dkEdge">
                      <a:bevel prst="artDeco"/>
                      <a:lightRig rig="flood" dir="t"/>
                    </a:cell3D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720492"/>
                  </a:ext>
                </a:extLst>
              </a:tr>
            </a:tbl>
          </a:graphicData>
        </a:graphic>
      </p:graphicFrame>
      <p:graphicFrame>
        <p:nvGraphicFramePr>
          <p:cNvPr id="18" name="Tabella 7">
            <a:extLst>
              <a:ext uri="{FF2B5EF4-FFF2-40B4-BE49-F238E27FC236}">
                <a16:creationId xmlns:a16="http://schemas.microsoft.com/office/drawing/2014/main" id="{0BF8F274-8E08-4399-8504-FE8B477CA44A}"/>
              </a:ext>
            </a:extLst>
          </p:cNvPr>
          <p:cNvGraphicFramePr>
            <a:graphicFrameLocks noGrp="1"/>
          </p:cNvGraphicFramePr>
          <p:nvPr/>
        </p:nvGraphicFramePr>
        <p:xfrm>
          <a:off x="5289233" y="3895868"/>
          <a:ext cx="1703070" cy="4790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3070">
                  <a:extLst>
                    <a:ext uri="{9D8B030D-6E8A-4147-A177-3AD203B41FA5}">
                      <a16:colId xmlns:a16="http://schemas.microsoft.com/office/drawing/2014/main" val="2449920317"/>
                    </a:ext>
                  </a:extLst>
                </a:gridCol>
              </a:tblGrid>
              <a:tr h="479063">
                <a:tc>
                  <a:txBody>
                    <a:bodyPr/>
                    <a:lstStyle/>
                    <a:p>
                      <a:pPr algn="ctr"/>
                      <a:r>
                        <a:rPr lang="it-IT" b="0" dirty="0">
                          <a:solidFill>
                            <a:schemeClr val="tx1"/>
                          </a:solidFill>
                        </a:rPr>
                        <a:t>START</a:t>
                      </a:r>
                      <a:endParaRPr lang="it-IT" b="0" dirty="0"/>
                    </a:p>
                  </a:txBody>
                  <a:tcPr anchor="ctr">
                    <a:cell3D prstMaterial="dkEdge">
                      <a:bevel prst="artDeco"/>
                      <a:lightRig rig="flood" dir="t"/>
                    </a:cell3D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720492"/>
                  </a:ext>
                </a:extLst>
              </a:tr>
            </a:tbl>
          </a:graphicData>
        </a:graphic>
      </p:graphicFrame>
      <p:graphicFrame>
        <p:nvGraphicFramePr>
          <p:cNvPr id="19" name="Tabella 7">
            <a:extLst>
              <a:ext uri="{FF2B5EF4-FFF2-40B4-BE49-F238E27FC236}">
                <a16:creationId xmlns:a16="http://schemas.microsoft.com/office/drawing/2014/main" id="{20101B9A-AD07-4FAA-B999-BDB6734C88ED}"/>
              </a:ext>
            </a:extLst>
          </p:cNvPr>
          <p:cNvGraphicFramePr>
            <a:graphicFrameLocks noGrp="1"/>
          </p:cNvGraphicFramePr>
          <p:nvPr/>
        </p:nvGraphicFramePr>
        <p:xfrm>
          <a:off x="4809332" y="2751730"/>
          <a:ext cx="1430337" cy="4208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0337">
                  <a:extLst>
                    <a:ext uri="{9D8B030D-6E8A-4147-A177-3AD203B41FA5}">
                      <a16:colId xmlns:a16="http://schemas.microsoft.com/office/drawing/2014/main" val="2449920317"/>
                    </a:ext>
                  </a:extLst>
                </a:gridCol>
              </a:tblGrid>
              <a:tr h="420801">
                <a:tc>
                  <a:txBody>
                    <a:bodyPr/>
                    <a:lstStyle/>
                    <a:p>
                      <a:pPr algn="ctr"/>
                      <a:r>
                        <a:rPr lang="it-IT" b="0" dirty="0">
                          <a:solidFill>
                            <a:schemeClr val="tx1"/>
                          </a:solidFill>
                        </a:rPr>
                        <a:t>START</a:t>
                      </a:r>
                      <a:endParaRPr lang="it-IT" b="0" dirty="0"/>
                    </a:p>
                  </a:txBody>
                  <a:tcPr anchor="ctr">
                    <a:cell3D prstMaterial="dkEdge">
                      <a:bevel prst="artDeco"/>
                      <a:lightRig rig="flood" dir="t"/>
                    </a:cell3D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720492"/>
                  </a:ext>
                </a:extLst>
              </a:tr>
            </a:tbl>
          </a:graphicData>
        </a:graphic>
      </p:graphicFrame>
      <p:graphicFrame>
        <p:nvGraphicFramePr>
          <p:cNvPr id="20" name="Tabella 7">
            <a:extLst>
              <a:ext uri="{FF2B5EF4-FFF2-40B4-BE49-F238E27FC236}">
                <a16:creationId xmlns:a16="http://schemas.microsoft.com/office/drawing/2014/main" id="{B8A95E24-B68F-4D5F-BE37-E12C44EB48A4}"/>
              </a:ext>
            </a:extLst>
          </p:cNvPr>
          <p:cNvGraphicFramePr>
            <a:graphicFrameLocks noGrp="1"/>
          </p:cNvGraphicFramePr>
          <p:nvPr/>
        </p:nvGraphicFramePr>
        <p:xfrm>
          <a:off x="8732680" y="2748054"/>
          <a:ext cx="1430337" cy="4208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0337">
                  <a:extLst>
                    <a:ext uri="{9D8B030D-6E8A-4147-A177-3AD203B41FA5}">
                      <a16:colId xmlns:a16="http://schemas.microsoft.com/office/drawing/2014/main" val="2449920317"/>
                    </a:ext>
                  </a:extLst>
                </a:gridCol>
              </a:tblGrid>
              <a:tr h="420801">
                <a:tc>
                  <a:txBody>
                    <a:bodyPr/>
                    <a:lstStyle/>
                    <a:p>
                      <a:pPr algn="ctr"/>
                      <a:r>
                        <a:rPr lang="it-IT" b="0" dirty="0">
                          <a:solidFill>
                            <a:schemeClr val="tx1"/>
                          </a:solidFill>
                        </a:rPr>
                        <a:t>AUTO</a:t>
                      </a:r>
                      <a:endParaRPr lang="it-IT" b="0" dirty="0"/>
                    </a:p>
                  </a:txBody>
                  <a:tcPr anchor="ctr">
                    <a:cell3D prstMaterial="dkEdge">
                      <a:bevel prst="artDeco"/>
                      <a:lightRig rig="flood" dir="t"/>
                    </a:cell3D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720492"/>
                  </a:ext>
                </a:extLst>
              </a:tr>
            </a:tbl>
          </a:graphicData>
        </a:graphic>
      </p:graphicFrame>
      <p:pic>
        <p:nvPicPr>
          <p:cNvPr id="22" name="Elemento grafico 21" descr="Avvertenza">
            <a:extLst>
              <a:ext uri="{FF2B5EF4-FFF2-40B4-BE49-F238E27FC236}">
                <a16:creationId xmlns:a16="http://schemas.microsoft.com/office/drawing/2014/main" id="{BA5FDADC-03CC-4A71-BFEE-E25C9C6F20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24501" y="5117301"/>
            <a:ext cx="388256" cy="309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73085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133</Words>
  <Application>Microsoft Office PowerPoint</Application>
  <PresentationFormat>Widescreen</PresentationFormat>
  <Paragraphs>64</Paragraphs>
  <Slides>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10" baseType="lpstr">
      <vt:lpstr>Arial</vt:lpstr>
      <vt:lpstr>Baskerville Old Face</vt:lpstr>
      <vt:lpstr>Calibri</vt:lpstr>
      <vt:lpstr>Calibri Light</vt:lpstr>
      <vt:lpstr>Century Schoolbook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Claudia Badalamenti</dc:creator>
  <cp:lastModifiedBy>Claudia Badalamenti</cp:lastModifiedBy>
  <cp:revision>13</cp:revision>
  <dcterms:created xsi:type="dcterms:W3CDTF">2021-06-14T15:37:26Z</dcterms:created>
  <dcterms:modified xsi:type="dcterms:W3CDTF">2021-06-22T09:56:26Z</dcterms:modified>
</cp:coreProperties>
</file>